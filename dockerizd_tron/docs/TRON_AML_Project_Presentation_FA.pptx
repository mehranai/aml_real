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ac0f21fcd41dc" /><Relationship Type="http://schemas.openxmlformats.org/officeDocument/2006/relationships/extended-properties" Target="/docProps/app.xml" Id="Rfd98039cb05346c7" /><Relationship Type="http://schemas.openxmlformats.org/officeDocument/2006/relationships/officeDocument" Target="/ppt/presentation.xml" Id="R57c074596974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66e3ebf0647d8"/>
  </p:sldMasterIdLst>
  <p:notesMasterIdLst>
    <p:notesMasterId xmlns:r="http://schemas.openxmlformats.org/officeDocument/2006/relationships" r:id="Rd89d759339df45fb"/>
  </p:notesMasterIdLst>
  <p:sldIdLst>
    <p:sldId xmlns:r="http://schemas.openxmlformats.org/officeDocument/2006/relationships" id="256" r:id="R7e4dc51bfc7a4ff2"/>
    <p:sldId xmlns:r="http://schemas.openxmlformats.org/officeDocument/2006/relationships" id="257" r:id="R40fc02aa11e24fc9"/>
    <p:sldId xmlns:r="http://schemas.openxmlformats.org/officeDocument/2006/relationships" id="258" r:id="Ra1195ac9b0dd48d0"/>
    <p:sldId xmlns:r="http://schemas.openxmlformats.org/officeDocument/2006/relationships" id="259" r:id="R547c11348e5c4215"/>
    <p:sldId xmlns:r="http://schemas.openxmlformats.org/officeDocument/2006/relationships" id="260" r:id="Rb267e7cd97244bfd"/>
    <p:sldId xmlns:r="http://schemas.openxmlformats.org/officeDocument/2006/relationships" id="261" r:id="R985057dcb2814332"/>
    <p:sldId xmlns:r="http://schemas.openxmlformats.org/officeDocument/2006/relationships" id="262" r:id="R35df78f670464c61"/>
    <p:sldId xmlns:r="http://schemas.openxmlformats.org/officeDocument/2006/relationships" id="263" r:id="R5b074ed68ba64405"/>
    <p:sldId xmlns:r="http://schemas.openxmlformats.org/officeDocument/2006/relationships" id="264" r:id="Rb62878cc62b34b36"/>
    <p:sldId xmlns:r="http://schemas.openxmlformats.org/officeDocument/2006/relationships" id="265" r:id="R585f9fe87eb543d4"/>
    <p:sldId xmlns:r="http://schemas.openxmlformats.org/officeDocument/2006/relationships" id="266" r:id="R95bae053dd974b7a"/>
    <p:sldId xmlns:r="http://schemas.openxmlformats.org/officeDocument/2006/relationships" id="267" r:id="R366fd9d4f0bb4ccc"/>
    <p:sldId xmlns:r="http://schemas.openxmlformats.org/officeDocument/2006/relationships" id="268" r:id="R49539ca0a9a94059"/>
    <p:sldId xmlns:r="http://schemas.openxmlformats.org/officeDocument/2006/relationships" id="269" r:id="Ra12752d26af448cd"/>
    <p:sldId xmlns:r="http://schemas.openxmlformats.org/officeDocument/2006/relationships" id="270" r:id="Re3d7a88554584855"/>
    <p:sldId xmlns:r="http://schemas.openxmlformats.org/officeDocument/2006/relationships" id="271" r:id="Rdb66da0510fc4ba4"/>
    <p:sldId xmlns:r="http://schemas.openxmlformats.org/officeDocument/2006/relationships" id="272" r:id="R31b269cee70b49ec"/>
    <p:sldId xmlns:r="http://schemas.openxmlformats.org/officeDocument/2006/relationships" id="273" r:id="Rbe9140e0f8364399"/>
    <p:sldId xmlns:r="http://schemas.openxmlformats.org/officeDocument/2006/relationships" id="274" r:id="R76c613ef00e549bc"/>
    <p:sldId xmlns:r="http://schemas.openxmlformats.org/officeDocument/2006/relationships" id="275" r:id="R87b1571728d94dcb"/>
    <p:sldId xmlns:r="http://schemas.openxmlformats.org/officeDocument/2006/relationships" id="276" r:id="Red76b5e9fe754cf6"/>
    <p:sldId xmlns:r="http://schemas.openxmlformats.org/officeDocument/2006/relationships" id="277" r:id="Ra0c14df12b9a4542"/>
    <p:sldId xmlns:r="http://schemas.openxmlformats.org/officeDocument/2006/relationships" id="278" r:id="R3c7379df0c744a2e"/>
    <p:sldId xmlns:r="http://schemas.openxmlformats.org/officeDocument/2006/relationships" id="279" r:id="R5f52e5dc4509427e"/>
    <p:sldId xmlns:r="http://schemas.openxmlformats.org/officeDocument/2006/relationships" id="280" r:id="R21bcc8c16f1f4514"/>
    <p:sldId xmlns:r="http://schemas.openxmlformats.org/officeDocument/2006/relationships" id="281" r:id="R45a79b7a63004756"/>
    <p:sldId xmlns:r="http://schemas.openxmlformats.org/officeDocument/2006/relationships" id="282" r:id="Re73dea57a5f54990"/>
    <p:sldId xmlns:r="http://schemas.openxmlformats.org/officeDocument/2006/relationships" id="283" r:id="Rc722ef284b974d52"/>
    <p:sldId xmlns:r="http://schemas.openxmlformats.org/officeDocument/2006/relationships" id="284" r:id="R0a579696b9254efe"/>
    <p:sldId xmlns:r="http://schemas.openxmlformats.org/officeDocument/2006/relationships" id="285" r:id="Rca0092ea36944c96"/>
    <p:sldId xmlns:r="http://schemas.openxmlformats.org/officeDocument/2006/relationships" id="286" r:id="R977caf4ba01e4ed5"/>
    <p:sldId xmlns:r="http://schemas.openxmlformats.org/officeDocument/2006/relationships" id="287" r:id="Rb008e98e91e24dfe"/>
    <p:sldId xmlns:r="http://schemas.openxmlformats.org/officeDocument/2006/relationships" id="288" r:id="R01803812e46f410a"/>
    <p:sldId xmlns:r="http://schemas.openxmlformats.org/officeDocument/2006/relationships" id="289" r:id="Rc1bb5c248484481b"/>
    <p:sldId xmlns:r="http://schemas.openxmlformats.org/officeDocument/2006/relationships" id="290" r:id="R265308b36f5349ed"/>
    <p:sldId xmlns:r="http://schemas.openxmlformats.org/officeDocument/2006/relationships" id="291" r:id="R26f09ca5f74b45d9"/>
    <p:sldId xmlns:r="http://schemas.openxmlformats.org/officeDocument/2006/relationships" id="292" r:id="Rdcdd3853b38647cd"/>
    <p:sldId xmlns:r="http://schemas.openxmlformats.org/officeDocument/2006/relationships" id="293" r:id="R45614f5544e04dd5"/>
    <p:sldId xmlns:r="http://schemas.openxmlformats.org/officeDocument/2006/relationships" id="294" r:id="R68c83f8991504f8d"/>
    <p:sldId xmlns:r="http://schemas.openxmlformats.org/officeDocument/2006/relationships" id="295" r:id="R3f7f27fa09af42e1"/>
    <p:sldId xmlns:r="http://schemas.openxmlformats.org/officeDocument/2006/relationships" id="296" r:id="Rfe026a0c1304429b"/>
    <p:sldId xmlns:r="http://schemas.openxmlformats.org/officeDocument/2006/relationships" id="297" r:id="R3049a64b646d47d9"/>
    <p:sldId xmlns:r="http://schemas.openxmlformats.org/officeDocument/2006/relationships" id="298" r:id="R5a83ff3d9afe486c"/>
    <p:sldId xmlns:r="http://schemas.openxmlformats.org/officeDocument/2006/relationships" id="299" r:id="Rb2a1b59e598e4adf"/>
    <p:sldId xmlns:r="http://schemas.openxmlformats.org/officeDocument/2006/relationships" id="300" r:id="R3da335081cbd448c"/>
    <p:sldId xmlns:r="http://schemas.openxmlformats.org/officeDocument/2006/relationships" id="301" r:id="R8345091b6dd24de5"/>
    <p:sldId xmlns:r="http://schemas.openxmlformats.org/officeDocument/2006/relationships" id="302" r:id="R693addd53a6f4212"/>
    <p:sldId xmlns:r="http://schemas.openxmlformats.org/officeDocument/2006/relationships" id="303" r:id="Rf4bfe51401cc4459"/>
    <p:sldId xmlns:r="http://schemas.openxmlformats.org/officeDocument/2006/relationships" id="304" r:id="R0cdae90dba8c4201"/>
    <p:sldId xmlns:r="http://schemas.openxmlformats.org/officeDocument/2006/relationships" id="305" r:id="Rfd996808d70a4302"/>
    <p:sldId xmlns:r="http://schemas.openxmlformats.org/officeDocument/2006/relationships" id="306" r:id="Rb3c20cd7e58e4d46"/>
    <p:sldId xmlns:r="http://schemas.openxmlformats.org/officeDocument/2006/relationships" id="307" r:id="Red8a54d57a8a489b"/>
    <p:sldId xmlns:r="http://schemas.openxmlformats.org/officeDocument/2006/relationships" id="308" r:id="R74143e8694ba43de"/>
    <p:sldId xmlns:r="http://schemas.openxmlformats.org/officeDocument/2006/relationships" id="309" r:id="Rbe5926ced0c34725"/>
    <p:sldId xmlns:r="http://schemas.openxmlformats.org/officeDocument/2006/relationships" id="310" r:id="Rf2ab6f60f9654932"/>
    <p:sldId xmlns:r="http://schemas.openxmlformats.org/officeDocument/2006/relationships" id="311" r:id="R849adb927d664146"/>
    <p:sldId xmlns:r="http://schemas.openxmlformats.org/officeDocument/2006/relationships" id="312" r:id="Ra43248b512234e4d"/>
    <p:sldId xmlns:r="http://schemas.openxmlformats.org/officeDocument/2006/relationships" id="313" r:id="R00b97773573642b7"/>
    <p:sldId xmlns:r="http://schemas.openxmlformats.org/officeDocument/2006/relationships" id="314" r:id="R8162fc10bbef4acb"/>
    <p:sldId xmlns:r="http://schemas.openxmlformats.org/officeDocument/2006/relationships" id="315" r:id="Rb6dacc0e59824298"/>
    <p:sldId xmlns:r="http://schemas.openxmlformats.org/officeDocument/2006/relationships" id="316" r:id="R0411678475eb4764"/>
    <p:sldId xmlns:r="http://schemas.openxmlformats.org/officeDocument/2006/relationships" id="317" r:id="Rb124cca469ff4635"/>
    <p:sldId xmlns:r="http://schemas.openxmlformats.org/officeDocument/2006/relationships" id="318" r:id="Rc0041c7d3f5643fe"/>
    <p:sldId xmlns:r="http://schemas.openxmlformats.org/officeDocument/2006/relationships" id="319" r:id="R478f7ba6987844f8"/>
    <p:sldId xmlns:r="http://schemas.openxmlformats.org/officeDocument/2006/relationships" id="320" r:id="Rbdf4d872991c4cf1"/>
    <p:sldId xmlns:r="http://schemas.openxmlformats.org/officeDocument/2006/relationships" id="321" r:id="R46627d8b18b24a90"/>
    <p:sldId xmlns:r="http://schemas.openxmlformats.org/officeDocument/2006/relationships" id="322" r:id="R350d983c496a4d78"/>
    <p:sldId xmlns:r="http://schemas.openxmlformats.org/officeDocument/2006/relationships" id="323" r:id="R23d1daf4f74f45cd"/>
    <p:sldId xmlns:r="http://schemas.openxmlformats.org/officeDocument/2006/relationships" id="324" r:id="Rb83fd42728304fd8"/>
    <p:sldId xmlns:r="http://schemas.openxmlformats.org/officeDocument/2006/relationships" id="325" r:id="Raf734a23c9874689"/>
    <p:sldId xmlns:r="http://schemas.openxmlformats.org/officeDocument/2006/relationships" id="326" r:id="R6faba0ea9e824685"/>
    <p:sldId xmlns:r="http://schemas.openxmlformats.org/officeDocument/2006/relationships" id="327" r:id="R260ae68d59ce411f"/>
    <p:sldId xmlns:r="http://schemas.openxmlformats.org/officeDocument/2006/relationships" id="328" r:id="R0b05422815964f85"/>
    <p:sldId xmlns:r="http://schemas.openxmlformats.org/officeDocument/2006/relationships" id="329" r:id="Rd75da17a4bc743c4"/>
    <p:sldId xmlns:r="http://schemas.openxmlformats.org/officeDocument/2006/relationships" id="330" r:id="Rfd516ba6d1794935"/>
    <p:sldId xmlns:r="http://schemas.openxmlformats.org/officeDocument/2006/relationships" id="331" r:id="Rad6d5eed9a7a4dff"/>
    <p:sldId xmlns:r="http://schemas.openxmlformats.org/officeDocument/2006/relationships" id="332" r:id="R5f2408caedf943c9"/>
    <p:sldId xmlns:r="http://schemas.openxmlformats.org/officeDocument/2006/relationships" id="333" r:id="R7142ed6513ee4a8f"/>
    <p:sldId xmlns:r="http://schemas.openxmlformats.org/officeDocument/2006/relationships" id="334" r:id="Rce598e3f87e14ad0"/>
    <p:sldId xmlns:r="http://schemas.openxmlformats.org/officeDocument/2006/relationships" id="335" r:id="Ra348405d9d944776"/>
    <p:sldId xmlns:r="http://schemas.openxmlformats.org/officeDocument/2006/relationships" id="336" r:id="R1d8af0b319df4550"/>
    <p:sldId xmlns:r="http://schemas.openxmlformats.org/officeDocument/2006/relationships" id="337" r:id="Rfdcc9be521aa46de"/>
    <p:sldId xmlns:r="http://schemas.openxmlformats.org/officeDocument/2006/relationships" id="338" r:id="R23ffb0a3f48b46b8"/>
    <p:sldId xmlns:r="http://schemas.openxmlformats.org/officeDocument/2006/relationships" id="339" r:id="R89cc6d07e9d14a38"/>
    <p:sldId xmlns:r="http://schemas.openxmlformats.org/officeDocument/2006/relationships" id="340" r:id="R7248617c886d4026"/>
    <p:sldId xmlns:r="http://schemas.openxmlformats.org/officeDocument/2006/relationships" id="341" r:id="Rc46fd35fbc5349e9"/>
    <p:sldId xmlns:r="http://schemas.openxmlformats.org/officeDocument/2006/relationships" id="342" r:id="R928d075cc25e42fa"/>
    <p:sldId xmlns:r="http://schemas.openxmlformats.org/officeDocument/2006/relationships" id="343" r:id="Rcb15943bcb5f4408"/>
    <p:sldId xmlns:r="http://schemas.openxmlformats.org/officeDocument/2006/relationships" id="344" r:id="Rad2ca26020c54ed4"/>
    <p:sldId xmlns:r="http://schemas.openxmlformats.org/officeDocument/2006/relationships" id="345" r:id="R403db68006594600"/>
    <p:sldId xmlns:r="http://schemas.openxmlformats.org/officeDocument/2006/relationships" id="346" r:id="Rb0389554acd84171"/>
    <p:sldId xmlns:r="http://schemas.openxmlformats.org/officeDocument/2006/relationships" id="347" r:id="Rce921a7b2af74314"/>
    <p:sldId xmlns:r="http://schemas.openxmlformats.org/officeDocument/2006/relationships" id="348" r:id="Rac549836370949fc"/>
    <p:sldId xmlns:r="http://schemas.openxmlformats.org/officeDocument/2006/relationships" id="349" r:id="R245d2e082d644503"/>
    <p:sldId xmlns:r="http://schemas.openxmlformats.org/officeDocument/2006/relationships" id="350" r:id="R08a7c4476c6a478b"/>
    <p:sldId xmlns:r="http://schemas.openxmlformats.org/officeDocument/2006/relationships" id="351" r:id="Rbb5648d1f24e4a8b"/>
    <p:sldId xmlns:r="http://schemas.openxmlformats.org/officeDocument/2006/relationships" id="352" r:id="Rff68b9030d284e58"/>
    <p:sldId xmlns:r="http://schemas.openxmlformats.org/officeDocument/2006/relationships" id="353" r:id="R9949f25d095f4b5f"/>
    <p:sldId xmlns:r="http://schemas.openxmlformats.org/officeDocument/2006/relationships" id="354" r:id="Rb3e2ef7340ca4999"/>
    <p:sldId xmlns:r="http://schemas.openxmlformats.org/officeDocument/2006/relationships" id="355" r:id="R932b95c657844708"/>
    <p:sldId xmlns:r="http://schemas.openxmlformats.org/officeDocument/2006/relationships" id="356" r:id="Rc2b539497af949ba"/>
    <p:sldId xmlns:r="http://schemas.openxmlformats.org/officeDocument/2006/relationships" id="357" r:id="R807ec128adba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e202384754031" /><Relationship Type="http://schemas.openxmlformats.org/officeDocument/2006/relationships/slideMaster" Target="/ppt/slideMasters/slideMaster1.xml" Id="R3ec66e3ebf0647d8" /><Relationship Type="http://schemas.openxmlformats.org/officeDocument/2006/relationships/notesMaster" Target="/ppt/notesMasters/notesMaster1.xml" Id="Rd89d759339df45fb" /><Relationship Type="http://schemas.openxmlformats.org/officeDocument/2006/relationships/presProps" Target="/ppt/presProps.xml" Id="R228306d0ac074201" /><Relationship Type="http://schemas.openxmlformats.org/officeDocument/2006/relationships/tableStyles" Target="/ppt/tableStyles.xml" Id="R3bdd36005fb04480" /><Relationship Type="http://schemas.openxmlformats.org/officeDocument/2006/relationships/slide" Target="/ppt/slides/slide1.xml" Id="R7e4dc51bfc7a4ff2" /><Relationship Type="http://schemas.openxmlformats.org/officeDocument/2006/relationships/slide" Target="/ppt/slides/slide2.xml" Id="R40fc02aa11e24fc9" /><Relationship Type="http://schemas.openxmlformats.org/officeDocument/2006/relationships/slide" Target="/ppt/slides/slide3.xml" Id="Ra1195ac9b0dd48d0" /><Relationship Type="http://schemas.openxmlformats.org/officeDocument/2006/relationships/slide" Target="/ppt/slides/slide4.xml" Id="R547c11348e5c4215" /><Relationship Type="http://schemas.openxmlformats.org/officeDocument/2006/relationships/slide" Target="/ppt/slides/slide5.xml" Id="Rb267e7cd97244bfd" /><Relationship Type="http://schemas.openxmlformats.org/officeDocument/2006/relationships/slide" Target="/ppt/slides/slide6.xml" Id="R985057dcb2814332" /><Relationship Type="http://schemas.openxmlformats.org/officeDocument/2006/relationships/slide" Target="/ppt/slides/slide7.xml" Id="R35df78f670464c61" /><Relationship Type="http://schemas.openxmlformats.org/officeDocument/2006/relationships/slide" Target="/ppt/slides/slide8.xml" Id="R5b074ed68ba64405" /><Relationship Type="http://schemas.openxmlformats.org/officeDocument/2006/relationships/slide" Target="/ppt/slides/slide9.xml" Id="Rb62878cc62b34b36" /><Relationship Type="http://schemas.openxmlformats.org/officeDocument/2006/relationships/slide" Target="/ppt/slides/slide10.xml" Id="R585f9fe87eb543d4" /><Relationship Type="http://schemas.openxmlformats.org/officeDocument/2006/relationships/slide" Target="/ppt/slides/slide11.xml" Id="R95bae053dd974b7a" /><Relationship Type="http://schemas.openxmlformats.org/officeDocument/2006/relationships/slide" Target="/ppt/slides/slide12.xml" Id="R366fd9d4f0bb4ccc" /><Relationship Type="http://schemas.openxmlformats.org/officeDocument/2006/relationships/slide" Target="/ppt/slides/slide13.xml" Id="R49539ca0a9a94059" /><Relationship Type="http://schemas.openxmlformats.org/officeDocument/2006/relationships/slide" Target="/ppt/slides/slide14.xml" Id="Ra12752d26af448cd" /><Relationship Type="http://schemas.openxmlformats.org/officeDocument/2006/relationships/slide" Target="/ppt/slides/slide15.xml" Id="Re3d7a88554584855" /><Relationship Type="http://schemas.openxmlformats.org/officeDocument/2006/relationships/slide" Target="/ppt/slides/slide16.xml" Id="Rdb66da0510fc4ba4" /><Relationship Type="http://schemas.openxmlformats.org/officeDocument/2006/relationships/slide" Target="/ppt/slides/slide17.xml" Id="R31b269cee70b49ec" /><Relationship Type="http://schemas.openxmlformats.org/officeDocument/2006/relationships/slide" Target="/ppt/slides/slide18.xml" Id="Rbe9140e0f8364399" /><Relationship Type="http://schemas.openxmlformats.org/officeDocument/2006/relationships/slide" Target="/ppt/slides/slide19.xml" Id="R76c613ef00e549bc" /><Relationship Type="http://schemas.openxmlformats.org/officeDocument/2006/relationships/slide" Target="/ppt/slides/slide20.xml" Id="R87b1571728d94dcb" /><Relationship Type="http://schemas.openxmlformats.org/officeDocument/2006/relationships/slide" Target="/ppt/slides/slide21.xml" Id="Red76b5e9fe754cf6" /><Relationship Type="http://schemas.openxmlformats.org/officeDocument/2006/relationships/slide" Target="/ppt/slides/slide22.xml" Id="Ra0c14df12b9a4542" /><Relationship Type="http://schemas.openxmlformats.org/officeDocument/2006/relationships/slide" Target="/ppt/slides/slide23.xml" Id="R3c7379df0c744a2e" /><Relationship Type="http://schemas.openxmlformats.org/officeDocument/2006/relationships/slide" Target="/ppt/slides/slide24.xml" Id="R5f52e5dc4509427e" /><Relationship Type="http://schemas.openxmlformats.org/officeDocument/2006/relationships/slide" Target="/ppt/slides/slide25.xml" Id="R21bcc8c16f1f4514" /><Relationship Type="http://schemas.openxmlformats.org/officeDocument/2006/relationships/slide" Target="/ppt/slides/slide26.xml" Id="R45a79b7a63004756" /><Relationship Type="http://schemas.openxmlformats.org/officeDocument/2006/relationships/slide" Target="/ppt/slides/slide27.xml" Id="Re73dea57a5f54990" /><Relationship Type="http://schemas.openxmlformats.org/officeDocument/2006/relationships/slide" Target="/ppt/slides/slide28.xml" Id="Rc722ef284b974d52" /><Relationship Type="http://schemas.openxmlformats.org/officeDocument/2006/relationships/slide" Target="/ppt/slides/slide29.xml" Id="R0a579696b9254efe" /><Relationship Type="http://schemas.openxmlformats.org/officeDocument/2006/relationships/slide" Target="/ppt/slides/slide30.xml" Id="Rca0092ea36944c96" /><Relationship Type="http://schemas.openxmlformats.org/officeDocument/2006/relationships/slide" Target="/ppt/slides/slide31.xml" Id="R977caf4ba01e4ed5" /><Relationship Type="http://schemas.openxmlformats.org/officeDocument/2006/relationships/slide" Target="/ppt/slides/slide32.xml" Id="Rb008e98e91e24dfe" /><Relationship Type="http://schemas.openxmlformats.org/officeDocument/2006/relationships/slide" Target="/ppt/slides/slide33.xml" Id="R01803812e46f410a" /><Relationship Type="http://schemas.openxmlformats.org/officeDocument/2006/relationships/slide" Target="/ppt/slides/slide34.xml" Id="Rc1bb5c248484481b" /><Relationship Type="http://schemas.openxmlformats.org/officeDocument/2006/relationships/slide" Target="/ppt/slides/slide35.xml" Id="R265308b36f5349ed" /><Relationship Type="http://schemas.openxmlformats.org/officeDocument/2006/relationships/slide" Target="/ppt/slides/slide36.xml" Id="R26f09ca5f74b45d9" /><Relationship Type="http://schemas.openxmlformats.org/officeDocument/2006/relationships/slide" Target="/ppt/slides/slide37.xml" Id="Rdcdd3853b38647cd" /><Relationship Type="http://schemas.openxmlformats.org/officeDocument/2006/relationships/slide" Target="/ppt/slides/slide38.xml" Id="R45614f5544e04dd5" /><Relationship Type="http://schemas.openxmlformats.org/officeDocument/2006/relationships/slide" Target="/ppt/slides/slide39.xml" Id="R68c83f8991504f8d" /><Relationship Type="http://schemas.openxmlformats.org/officeDocument/2006/relationships/slide" Target="/ppt/slides/slide40.xml" Id="R3f7f27fa09af42e1" /><Relationship Type="http://schemas.openxmlformats.org/officeDocument/2006/relationships/slide" Target="/ppt/slides/slide41.xml" Id="Rfe026a0c1304429b" /><Relationship Type="http://schemas.openxmlformats.org/officeDocument/2006/relationships/slide" Target="/ppt/slides/slide42.xml" Id="R3049a64b646d47d9" /><Relationship Type="http://schemas.openxmlformats.org/officeDocument/2006/relationships/slide" Target="/ppt/slides/slide43.xml" Id="R5a83ff3d9afe486c" /><Relationship Type="http://schemas.openxmlformats.org/officeDocument/2006/relationships/slide" Target="/ppt/slides/slide44.xml" Id="Rb2a1b59e598e4adf" /><Relationship Type="http://schemas.openxmlformats.org/officeDocument/2006/relationships/slide" Target="/ppt/slides/slide45.xml" Id="R3da335081cbd448c" /><Relationship Type="http://schemas.openxmlformats.org/officeDocument/2006/relationships/slide" Target="/ppt/slides/slide46.xml" Id="R8345091b6dd24de5" /><Relationship Type="http://schemas.openxmlformats.org/officeDocument/2006/relationships/slide" Target="/ppt/slides/slide47.xml" Id="R693addd53a6f4212" /><Relationship Type="http://schemas.openxmlformats.org/officeDocument/2006/relationships/slide" Target="/ppt/slides/slide48.xml" Id="Rf4bfe51401cc4459" /><Relationship Type="http://schemas.openxmlformats.org/officeDocument/2006/relationships/slide" Target="/ppt/slides/slide49.xml" Id="R0cdae90dba8c4201" /><Relationship Type="http://schemas.openxmlformats.org/officeDocument/2006/relationships/slide" Target="/ppt/slides/slide50.xml" Id="Rfd996808d70a4302" /><Relationship Type="http://schemas.openxmlformats.org/officeDocument/2006/relationships/slide" Target="/ppt/slides/slide51.xml" Id="Rb3c20cd7e58e4d46" /><Relationship Type="http://schemas.openxmlformats.org/officeDocument/2006/relationships/slide" Target="/ppt/slides/slide52.xml" Id="Red8a54d57a8a489b" /><Relationship Type="http://schemas.openxmlformats.org/officeDocument/2006/relationships/slide" Target="/ppt/slides/slide53.xml" Id="R74143e8694ba43de" /><Relationship Type="http://schemas.openxmlformats.org/officeDocument/2006/relationships/slide" Target="/ppt/slides/slide54.xml" Id="Rbe5926ced0c34725" /><Relationship Type="http://schemas.openxmlformats.org/officeDocument/2006/relationships/slide" Target="/ppt/slides/slide55.xml" Id="Rf2ab6f60f9654932" /><Relationship Type="http://schemas.openxmlformats.org/officeDocument/2006/relationships/slide" Target="/ppt/slides/slide56.xml" Id="R849adb927d664146" /><Relationship Type="http://schemas.openxmlformats.org/officeDocument/2006/relationships/slide" Target="/ppt/slides/slide57.xml" Id="Ra43248b512234e4d" /><Relationship Type="http://schemas.openxmlformats.org/officeDocument/2006/relationships/slide" Target="/ppt/slides/slide58.xml" Id="R00b97773573642b7" /><Relationship Type="http://schemas.openxmlformats.org/officeDocument/2006/relationships/slide" Target="/ppt/slides/slide59.xml" Id="R8162fc10bbef4acb" /><Relationship Type="http://schemas.openxmlformats.org/officeDocument/2006/relationships/slide" Target="/ppt/slides/slide60.xml" Id="Rb6dacc0e59824298" /><Relationship Type="http://schemas.openxmlformats.org/officeDocument/2006/relationships/slide" Target="/ppt/slides/slide61.xml" Id="R0411678475eb4764" /><Relationship Type="http://schemas.openxmlformats.org/officeDocument/2006/relationships/slide" Target="/ppt/slides/slide62.xml" Id="Rb124cca469ff4635" /><Relationship Type="http://schemas.openxmlformats.org/officeDocument/2006/relationships/slide" Target="/ppt/slides/slide63.xml" Id="Rc0041c7d3f5643fe" /><Relationship Type="http://schemas.openxmlformats.org/officeDocument/2006/relationships/slide" Target="/ppt/slides/slide64.xml" Id="R478f7ba6987844f8" /><Relationship Type="http://schemas.openxmlformats.org/officeDocument/2006/relationships/slide" Target="/ppt/slides/slide65.xml" Id="Rbdf4d872991c4cf1" /><Relationship Type="http://schemas.openxmlformats.org/officeDocument/2006/relationships/slide" Target="/ppt/slides/slide66.xml" Id="R46627d8b18b24a90" /><Relationship Type="http://schemas.openxmlformats.org/officeDocument/2006/relationships/slide" Target="/ppt/slides/slide67.xml" Id="R350d983c496a4d78" /><Relationship Type="http://schemas.openxmlformats.org/officeDocument/2006/relationships/slide" Target="/ppt/slides/slide68.xml" Id="R23d1daf4f74f45cd" /><Relationship Type="http://schemas.openxmlformats.org/officeDocument/2006/relationships/slide" Target="/ppt/slides/slide69.xml" Id="Rb83fd42728304fd8" /><Relationship Type="http://schemas.openxmlformats.org/officeDocument/2006/relationships/slide" Target="/ppt/slides/slide70.xml" Id="Raf734a23c9874689" /><Relationship Type="http://schemas.openxmlformats.org/officeDocument/2006/relationships/slide" Target="/ppt/slides/slide71.xml" Id="R6faba0ea9e824685" /><Relationship Type="http://schemas.openxmlformats.org/officeDocument/2006/relationships/slide" Target="/ppt/slides/slide72.xml" Id="R260ae68d59ce411f" /><Relationship Type="http://schemas.openxmlformats.org/officeDocument/2006/relationships/slide" Target="/ppt/slides/slide73.xml" Id="R0b05422815964f85" /><Relationship Type="http://schemas.openxmlformats.org/officeDocument/2006/relationships/slide" Target="/ppt/slides/slide74.xml" Id="Rd75da17a4bc743c4" /><Relationship Type="http://schemas.openxmlformats.org/officeDocument/2006/relationships/slide" Target="/ppt/slides/slide75.xml" Id="Rfd516ba6d1794935" /><Relationship Type="http://schemas.openxmlformats.org/officeDocument/2006/relationships/slide" Target="/ppt/slides/slide76.xml" Id="Rad6d5eed9a7a4dff" /><Relationship Type="http://schemas.openxmlformats.org/officeDocument/2006/relationships/slide" Target="/ppt/slides/slide77.xml" Id="R5f2408caedf943c9" /><Relationship Type="http://schemas.openxmlformats.org/officeDocument/2006/relationships/slide" Target="/ppt/slides/slide78.xml" Id="R7142ed6513ee4a8f" /><Relationship Type="http://schemas.openxmlformats.org/officeDocument/2006/relationships/slide" Target="/ppt/slides/slide79.xml" Id="Rce598e3f87e14ad0" /><Relationship Type="http://schemas.openxmlformats.org/officeDocument/2006/relationships/slide" Target="/ppt/slides/slide80.xml" Id="Ra348405d9d944776" /><Relationship Type="http://schemas.openxmlformats.org/officeDocument/2006/relationships/slide" Target="/ppt/slides/slide81.xml" Id="R1d8af0b319df4550" /><Relationship Type="http://schemas.openxmlformats.org/officeDocument/2006/relationships/slide" Target="/ppt/slides/slide82.xml" Id="Rfdcc9be521aa46de" /><Relationship Type="http://schemas.openxmlformats.org/officeDocument/2006/relationships/slide" Target="/ppt/slides/slide83.xml" Id="R23ffb0a3f48b46b8" /><Relationship Type="http://schemas.openxmlformats.org/officeDocument/2006/relationships/slide" Target="/ppt/slides/slide84.xml" Id="R89cc6d07e9d14a38" /><Relationship Type="http://schemas.openxmlformats.org/officeDocument/2006/relationships/slide" Target="/ppt/slides/slide85.xml" Id="R7248617c886d4026" /><Relationship Type="http://schemas.openxmlformats.org/officeDocument/2006/relationships/slide" Target="/ppt/slides/slide86.xml" Id="Rc46fd35fbc5349e9" /><Relationship Type="http://schemas.openxmlformats.org/officeDocument/2006/relationships/slide" Target="/ppt/slides/slide87.xml" Id="R928d075cc25e42fa" /><Relationship Type="http://schemas.openxmlformats.org/officeDocument/2006/relationships/slide" Target="/ppt/slides/slide88.xml" Id="Rcb15943bcb5f4408" /><Relationship Type="http://schemas.openxmlformats.org/officeDocument/2006/relationships/slide" Target="/ppt/slides/slide89.xml" Id="Rad2ca26020c54ed4" /><Relationship Type="http://schemas.openxmlformats.org/officeDocument/2006/relationships/slide" Target="/ppt/slides/slide90.xml" Id="R403db68006594600" /><Relationship Type="http://schemas.openxmlformats.org/officeDocument/2006/relationships/slide" Target="/ppt/slides/slide91.xml" Id="Rb0389554acd84171" /><Relationship Type="http://schemas.openxmlformats.org/officeDocument/2006/relationships/slide" Target="/ppt/slides/slide92.xml" Id="Rce921a7b2af74314" /><Relationship Type="http://schemas.openxmlformats.org/officeDocument/2006/relationships/slide" Target="/ppt/slides/slide93.xml" Id="Rac549836370949fc" /><Relationship Type="http://schemas.openxmlformats.org/officeDocument/2006/relationships/slide" Target="/ppt/slides/slide94.xml" Id="R245d2e082d644503" /><Relationship Type="http://schemas.openxmlformats.org/officeDocument/2006/relationships/slide" Target="/ppt/slides/slide95.xml" Id="R08a7c4476c6a478b" /><Relationship Type="http://schemas.openxmlformats.org/officeDocument/2006/relationships/slide" Target="/ppt/slides/slide96.xml" Id="Rbb5648d1f24e4a8b" /><Relationship Type="http://schemas.openxmlformats.org/officeDocument/2006/relationships/slide" Target="/ppt/slides/slide97.xml" Id="Rff68b9030d284e58" /><Relationship Type="http://schemas.openxmlformats.org/officeDocument/2006/relationships/slide" Target="/ppt/slides/slide98.xml" Id="R9949f25d095f4b5f" /><Relationship Type="http://schemas.openxmlformats.org/officeDocument/2006/relationships/slide" Target="/ppt/slides/slide99.xml" Id="Rb3e2ef7340ca4999" /><Relationship Type="http://schemas.openxmlformats.org/officeDocument/2006/relationships/slide" Target="/ppt/slides/slide100.xml" Id="R932b95c657844708" /><Relationship Type="http://schemas.openxmlformats.org/officeDocument/2006/relationships/slide" Target="/ppt/slides/slide101.xml" Id="Rc2b539497af949ba" /><Relationship Type="http://schemas.openxmlformats.org/officeDocument/2006/relationships/slide" Target="/ppt/slides/slide102.xml" Id="R807ec128adba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beccb67dc0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50c33c9794859" /><Relationship Type="http://schemas.openxmlformats.org/officeDocument/2006/relationships/notesMaster" Target="/ppt/notesMasters/notesMaster1.xml" Id="R5379105274ad4b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00beb1f5be4e4c" /><Relationship Type="http://schemas.openxmlformats.org/officeDocument/2006/relationships/notesMaster" Target="/ppt/notesMasters/notesMaster1.xml" Id="R5a95f39293e2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f94ce768244fd" /><Relationship Type="http://schemas.openxmlformats.org/officeDocument/2006/relationships/notesMaster" Target="/ppt/notesMasters/notesMaster1.xml" Id="Raa1bdf40a890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4f54fe84d4fac" /><Relationship Type="http://schemas.openxmlformats.org/officeDocument/2006/relationships/notesMaster" Target="/ppt/notesMasters/notesMaster1.xml" Id="R834a90bf7a8e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5893696924151" /><Relationship Type="http://schemas.openxmlformats.org/officeDocument/2006/relationships/notesMaster" Target="/ppt/notesMasters/notesMaster1.xml" Id="Ra77875ce927a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032ffdab724ec7" /><Relationship Type="http://schemas.openxmlformats.org/officeDocument/2006/relationships/notesMaster" Target="/ppt/notesMasters/notesMaster1.xml" Id="Rea13d6c061024c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fcf050d65445b" /><Relationship Type="http://schemas.openxmlformats.org/officeDocument/2006/relationships/notesMaster" Target="/ppt/notesMasters/notesMaster1.xml" Id="Rbec9a8724b3147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5ec6cc8f674a7c" /><Relationship Type="http://schemas.openxmlformats.org/officeDocument/2006/relationships/notesMaster" Target="/ppt/notesMasters/notesMaster1.xml" Id="Rd11f2db8e3f74f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5ee56283b74d3b" /><Relationship Type="http://schemas.openxmlformats.org/officeDocument/2006/relationships/notesMaster" Target="/ppt/notesMasters/notesMaster1.xml" Id="R5af3454eabc4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a5f48850ea4558" /><Relationship Type="http://schemas.openxmlformats.org/officeDocument/2006/relationships/notesMaster" Target="/ppt/notesMasters/notesMaster1.xml" Id="Rcbe65e2d54c94a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ea3e127b34935" /><Relationship Type="http://schemas.openxmlformats.org/officeDocument/2006/relationships/notesMaster" Target="/ppt/notesMasters/notesMaster1.xml" Id="R5fdc8952411741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3a518a54ff4910" /><Relationship Type="http://schemas.openxmlformats.org/officeDocument/2006/relationships/notesMaster" Target="/ppt/notesMasters/notesMaster1.xml" Id="Rdf7f488e51aa42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cac0b234634d10" /><Relationship Type="http://schemas.openxmlformats.org/officeDocument/2006/relationships/notesMaster" Target="/ppt/notesMasters/notesMaster1.xml" Id="Rbf4a1ad172944a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b5cbef5bc04c01" /><Relationship Type="http://schemas.openxmlformats.org/officeDocument/2006/relationships/notesMaster" Target="/ppt/notesMasters/notesMaster1.xml" Id="R8e019707b7d140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895017a16b40a5" /><Relationship Type="http://schemas.openxmlformats.org/officeDocument/2006/relationships/notesMaster" Target="/ppt/notesMasters/notesMaster1.xml" Id="R4b850ac5ceb64a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d9a9d6703f4503" /><Relationship Type="http://schemas.openxmlformats.org/officeDocument/2006/relationships/notesMaster" Target="/ppt/notesMasters/notesMaster1.xml" Id="Rdc0ce27f69ec45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8d4d68c57549d4" /><Relationship Type="http://schemas.openxmlformats.org/officeDocument/2006/relationships/notesMaster" Target="/ppt/notesMasters/notesMaster1.xml" Id="R93a069f2792f45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16f8ae3f78427d" /><Relationship Type="http://schemas.openxmlformats.org/officeDocument/2006/relationships/notesMaster" Target="/ppt/notesMasters/notesMaster1.xml" Id="R7ac73023fce14c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2923d8303c428e" /><Relationship Type="http://schemas.openxmlformats.org/officeDocument/2006/relationships/notesMaster" Target="/ppt/notesMasters/notesMaster1.xml" Id="R6ddc0c26583347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6f26a66ef0418a" /><Relationship Type="http://schemas.openxmlformats.org/officeDocument/2006/relationships/notesMaster" Target="/ppt/notesMasters/notesMaster1.xml" Id="R3a97642591b640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2bbeed977e4b9b" /><Relationship Type="http://schemas.openxmlformats.org/officeDocument/2006/relationships/notesMaster" Target="/ppt/notesMasters/notesMaster1.xml" Id="R9906bd9411e14d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8b524131214976" /><Relationship Type="http://schemas.openxmlformats.org/officeDocument/2006/relationships/notesMaster" Target="/ppt/notesMasters/notesMaster1.xml" Id="R5c297ed0bfb54d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70e063f3514d0a" /><Relationship Type="http://schemas.openxmlformats.org/officeDocument/2006/relationships/notesMaster" Target="/ppt/notesMasters/notesMaster1.xml" Id="R3ecc4b1fe04349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cc207a842d42b7" /><Relationship Type="http://schemas.openxmlformats.org/officeDocument/2006/relationships/notesMaster" Target="/ppt/notesMasters/notesMaster1.xml" Id="R0d0cc5041e4e4b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02177f99864d4b" /><Relationship Type="http://schemas.openxmlformats.org/officeDocument/2006/relationships/notesMaster" Target="/ppt/notesMasters/notesMaster1.xml" Id="R29c04ab6e47a4a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cf2b4122a246d4" /><Relationship Type="http://schemas.openxmlformats.org/officeDocument/2006/relationships/notesMaster" Target="/ppt/notesMasters/notesMaster1.xml" Id="R49c6d40d50654d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9eb67fc02be47d0" /><Relationship Type="http://schemas.openxmlformats.org/officeDocument/2006/relationships/notesMaster" Target="/ppt/notesMasters/notesMaster1.xml" Id="Rc512785670a346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230b06e06e4ade" /><Relationship Type="http://schemas.openxmlformats.org/officeDocument/2006/relationships/notesMaster" Target="/ppt/notesMasters/notesMaster1.xml" Id="Re706f46537f849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880fb89f2c48e7" /><Relationship Type="http://schemas.openxmlformats.org/officeDocument/2006/relationships/notesMaster" Target="/ppt/notesMasters/notesMaster1.xml" Id="R4c4518c813e941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42189e3fe074731" /><Relationship Type="http://schemas.openxmlformats.org/officeDocument/2006/relationships/notesMaster" Target="/ppt/notesMasters/notesMaster1.xml" Id="R20eb57e255ca40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6e6d81d3e7b4165" /><Relationship Type="http://schemas.openxmlformats.org/officeDocument/2006/relationships/notesMaster" Target="/ppt/notesMasters/notesMaster1.xml" Id="R704062746c4d49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f2ab09f1134e56" /><Relationship Type="http://schemas.openxmlformats.org/officeDocument/2006/relationships/notesMaster" Target="/ppt/notesMasters/notesMaster1.xml" Id="Rbd7ed50eb0ac4d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3d4969c41454f90" /><Relationship Type="http://schemas.openxmlformats.org/officeDocument/2006/relationships/notesMaster" Target="/ppt/notesMasters/notesMaster1.xml" Id="R39327e6e8054473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37346295408435c" /><Relationship Type="http://schemas.openxmlformats.org/officeDocument/2006/relationships/notesMaster" Target="/ppt/notesMasters/notesMaster1.xml" Id="R3d8a1346af1f49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7006de80df4d36" /><Relationship Type="http://schemas.openxmlformats.org/officeDocument/2006/relationships/notesMaster" Target="/ppt/notesMasters/notesMaster1.xml" Id="Rb8d82a8e92d9482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7078b5014884a63" /><Relationship Type="http://schemas.openxmlformats.org/officeDocument/2006/relationships/notesMaster" Target="/ppt/notesMasters/notesMaster1.xml" Id="R81b8fcda7fe0476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e3a3532a2c4ffc" /><Relationship Type="http://schemas.openxmlformats.org/officeDocument/2006/relationships/notesMaster" Target="/ppt/notesMasters/notesMaster1.xml" Id="R0931ec4c252042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1700f1f01a647c5" /><Relationship Type="http://schemas.openxmlformats.org/officeDocument/2006/relationships/notesMaster" Target="/ppt/notesMasters/notesMaster1.xml" Id="R0705cdb5102f45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4055b0ee5094e7f" /><Relationship Type="http://schemas.openxmlformats.org/officeDocument/2006/relationships/notesMaster" Target="/ppt/notesMasters/notesMaster1.xml" Id="R41e7d93849344d0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8a3087449f4cd8" /><Relationship Type="http://schemas.openxmlformats.org/officeDocument/2006/relationships/notesMaster" Target="/ppt/notesMasters/notesMaster1.xml" Id="Rb02a6e52a16e456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0227142c01142da" /><Relationship Type="http://schemas.openxmlformats.org/officeDocument/2006/relationships/notesMaster" Target="/ppt/notesMasters/notesMaster1.xml" Id="R7f02d7dd76af482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327ebedf5b843b5" /><Relationship Type="http://schemas.openxmlformats.org/officeDocument/2006/relationships/notesMaster" Target="/ppt/notesMasters/notesMaster1.xml" Id="R5682b8ca7e984a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fea020197a94f50" /><Relationship Type="http://schemas.openxmlformats.org/officeDocument/2006/relationships/notesMaster" Target="/ppt/notesMasters/notesMaster1.xml" Id="R7f9b08227e064a4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f63192beb90418c" /><Relationship Type="http://schemas.openxmlformats.org/officeDocument/2006/relationships/notesMaster" Target="/ppt/notesMasters/notesMaster1.xml" Id="R5f33a14b35e1400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d87330b4aba4e54" /><Relationship Type="http://schemas.openxmlformats.org/officeDocument/2006/relationships/notesMaster" Target="/ppt/notesMasters/notesMaster1.xml" Id="R6804f55ab31c41f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86346e897b24c08" /><Relationship Type="http://schemas.openxmlformats.org/officeDocument/2006/relationships/notesMaster" Target="/ppt/notesMasters/notesMaster1.xml" Id="R33b6c1e853e5428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5fa264183be4dc2" /><Relationship Type="http://schemas.openxmlformats.org/officeDocument/2006/relationships/notesMaster" Target="/ppt/notesMasters/notesMaster1.xml" Id="Rc1f283f6e6464b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f29e961a0314855" /><Relationship Type="http://schemas.openxmlformats.org/officeDocument/2006/relationships/notesMaster" Target="/ppt/notesMasters/notesMaster1.xml" Id="R381379f4d185496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7fd48a7457c4a33" /><Relationship Type="http://schemas.openxmlformats.org/officeDocument/2006/relationships/notesMaster" Target="/ppt/notesMasters/notesMaster1.xml" Id="R2df56228699645e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a001d0f604d4e2f" /><Relationship Type="http://schemas.openxmlformats.org/officeDocument/2006/relationships/notesMaster" Target="/ppt/notesMasters/notesMaster1.xml" Id="Rc2006e985187442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04c2bc6f9a94942" /><Relationship Type="http://schemas.openxmlformats.org/officeDocument/2006/relationships/notesMaster" Target="/ppt/notesMasters/notesMaster1.xml" Id="R3a46f4ef639b4c9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f4e2a57ff9f483f" /><Relationship Type="http://schemas.openxmlformats.org/officeDocument/2006/relationships/notesMaster" Target="/ppt/notesMasters/notesMaster1.xml" Id="R8117b9ca3986428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51251eb52654222" /><Relationship Type="http://schemas.openxmlformats.org/officeDocument/2006/relationships/notesMaster" Target="/ppt/notesMasters/notesMaster1.xml" Id="Rbb8a57d3c7b3419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e334512b57d416e" /><Relationship Type="http://schemas.openxmlformats.org/officeDocument/2006/relationships/notesMaster" Target="/ppt/notesMasters/notesMaster1.xml" Id="R01d296b5f39c4df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d5e2e64ac6e43d4" /><Relationship Type="http://schemas.openxmlformats.org/officeDocument/2006/relationships/notesMaster" Target="/ppt/notesMasters/notesMaster1.xml" Id="R9cdad4503588475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72459282bb9402c" /><Relationship Type="http://schemas.openxmlformats.org/officeDocument/2006/relationships/notesMaster" Target="/ppt/notesMasters/notesMaster1.xml" Id="R9edcc876406f453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d17708ef9774b26" /><Relationship Type="http://schemas.openxmlformats.org/officeDocument/2006/relationships/notesMaster" Target="/ppt/notesMasters/notesMaster1.xml" Id="R3778c6bb240f4f1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fb42370469f450c" /><Relationship Type="http://schemas.openxmlformats.org/officeDocument/2006/relationships/notesMaster" Target="/ppt/notesMasters/notesMaster1.xml" Id="Re3d675e1a3ae4d1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b11f66c155f4d77" /><Relationship Type="http://schemas.openxmlformats.org/officeDocument/2006/relationships/notesMaster" Target="/ppt/notesMasters/notesMaster1.xml" Id="R96f6449bc5fc4ef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2b6e02e472f4ebb" /><Relationship Type="http://schemas.openxmlformats.org/officeDocument/2006/relationships/notesMaster" Target="/ppt/notesMasters/notesMaster1.xml" Id="R39af14cf1eda482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38601c7450b47c9" /><Relationship Type="http://schemas.openxmlformats.org/officeDocument/2006/relationships/notesMaster" Target="/ppt/notesMasters/notesMaster1.xml" Id="R5314a9ea08a2411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23e23865ec24107" /><Relationship Type="http://schemas.openxmlformats.org/officeDocument/2006/relationships/notesMaster" Target="/ppt/notesMasters/notesMaster1.xml" Id="Rd9190a7d1ed4494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543091fe011498c" /><Relationship Type="http://schemas.openxmlformats.org/officeDocument/2006/relationships/notesMaster" Target="/ppt/notesMasters/notesMaster1.xml" Id="R7fc9d5dd3950467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42aa2b9d8304260" /><Relationship Type="http://schemas.openxmlformats.org/officeDocument/2006/relationships/notesMaster" Target="/ppt/notesMasters/notesMaster1.xml" Id="R9d397016ebc4436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d6c8ed8d54545d4" /><Relationship Type="http://schemas.openxmlformats.org/officeDocument/2006/relationships/notesMaster" Target="/ppt/notesMasters/notesMaster1.xml" Id="Redf61eca6c8140f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ecd29960ea84231" /><Relationship Type="http://schemas.openxmlformats.org/officeDocument/2006/relationships/notesMaster" Target="/ppt/notesMasters/notesMaster1.xml" Id="R583930657a714fb9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4d34a1008da45ce" /><Relationship Type="http://schemas.openxmlformats.org/officeDocument/2006/relationships/notesMaster" Target="/ppt/notesMasters/notesMaster1.xml" Id="R5a38344209b2422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f9c2d2f3efe42a0" /><Relationship Type="http://schemas.openxmlformats.org/officeDocument/2006/relationships/notesMaster" Target="/ppt/notesMasters/notesMaster1.xml" Id="Rf4e6844cd85d4c0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133681c6d9343f1" /><Relationship Type="http://schemas.openxmlformats.org/officeDocument/2006/relationships/notesMaster" Target="/ppt/notesMasters/notesMaster1.xml" Id="Re0d175e0acc747d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e6cbd9caf734e7f" /><Relationship Type="http://schemas.openxmlformats.org/officeDocument/2006/relationships/notesMaster" Target="/ppt/notesMasters/notesMaster1.xml" Id="Rdb953d5458b9420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fb88a43fd1a4137" /><Relationship Type="http://schemas.openxmlformats.org/officeDocument/2006/relationships/notesMaster" Target="/ppt/notesMasters/notesMaster1.xml" Id="R2bec32bdd3174d9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e2c931f9ca84ae3" /><Relationship Type="http://schemas.openxmlformats.org/officeDocument/2006/relationships/notesMaster" Target="/ppt/notesMasters/notesMaster1.xml" Id="Rbcc4ad8acbbf482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e5bb5aadcde74c2f" /><Relationship Type="http://schemas.openxmlformats.org/officeDocument/2006/relationships/notesMaster" Target="/ppt/notesMasters/notesMaster1.xml" Id="Ra1bb760c1a9f457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d7e5acffdda4f33" /><Relationship Type="http://schemas.openxmlformats.org/officeDocument/2006/relationships/notesMaster" Target="/ppt/notesMasters/notesMaster1.xml" Id="R845ab761084346d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68275981fae46ca" /><Relationship Type="http://schemas.openxmlformats.org/officeDocument/2006/relationships/notesMaster" Target="/ppt/notesMasters/notesMaster1.xml" Id="Rf3b0b66edea14b7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0155459041f49c1" /><Relationship Type="http://schemas.openxmlformats.org/officeDocument/2006/relationships/notesMaster" Target="/ppt/notesMasters/notesMaster1.xml" Id="R6b0f2fbe3d284ad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a1ab9a1b8a54229" /><Relationship Type="http://schemas.openxmlformats.org/officeDocument/2006/relationships/notesMaster" Target="/ppt/notesMasters/notesMaster1.xml" Id="Rffd68a2a09224c6f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ca9d284c70e4934" /><Relationship Type="http://schemas.openxmlformats.org/officeDocument/2006/relationships/notesMaster" Target="/ppt/notesMasters/notesMaster1.xml" Id="R210533941e84487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1f3f7b09cf840a7" /><Relationship Type="http://schemas.openxmlformats.org/officeDocument/2006/relationships/notesMaster" Target="/ppt/notesMasters/notesMaster1.xml" Id="R3e2183a004c946a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4efdc865f734297" /><Relationship Type="http://schemas.openxmlformats.org/officeDocument/2006/relationships/notesMaster" Target="/ppt/notesMasters/notesMaster1.xml" Id="Rc1dacf22bdcf431c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d1039abf56647fc" /><Relationship Type="http://schemas.openxmlformats.org/officeDocument/2006/relationships/notesMaster" Target="/ppt/notesMasters/notesMaster1.xml" Id="Rb0a90556ceee491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aaf02334b44149dc" /><Relationship Type="http://schemas.openxmlformats.org/officeDocument/2006/relationships/notesMaster" Target="/ppt/notesMasters/notesMaster1.xml" Id="R0043f4991fb649a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2bfbf66bd874c15" /><Relationship Type="http://schemas.openxmlformats.org/officeDocument/2006/relationships/notesMaster" Target="/ppt/notesMasters/notesMaster1.xml" Id="R1ec79b51ee824fe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d82daaec4d4d4cf9" /><Relationship Type="http://schemas.openxmlformats.org/officeDocument/2006/relationships/notesMaster" Target="/ppt/notesMasters/notesMaster1.xml" Id="R4d545516fb664008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0ef32b1b0494325" /><Relationship Type="http://schemas.openxmlformats.org/officeDocument/2006/relationships/notesMaster" Target="/ppt/notesMasters/notesMaster1.xml" Id="Rc12018299772427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efe0d308b24447f" /><Relationship Type="http://schemas.openxmlformats.org/officeDocument/2006/relationships/notesMaster" Target="/ppt/notesMasters/notesMaster1.xml" Id="Rcb9938f7423b437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2f3e3d264454282" /><Relationship Type="http://schemas.openxmlformats.org/officeDocument/2006/relationships/notesMaster" Target="/ppt/notesMasters/notesMaster1.xml" Id="Ra5c6a47e1ff5416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de558361701e494e" /><Relationship Type="http://schemas.openxmlformats.org/officeDocument/2006/relationships/notesMaster" Target="/ppt/notesMasters/notesMaster1.xml" Id="R2782f237a38d4c9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8fc436783412487c" /><Relationship Type="http://schemas.openxmlformats.org/officeDocument/2006/relationships/notesMaster" Target="/ppt/notesMasters/notesMaster1.xml" Id="Rb73c9d8d240e45a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69ac3915d3e4506" /><Relationship Type="http://schemas.openxmlformats.org/officeDocument/2006/relationships/notesMaster" Target="/ppt/notesMasters/notesMaster1.xml" Id="R31705fc24f42496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da126c86306e4607" /><Relationship Type="http://schemas.openxmlformats.org/officeDocument/2006/relationships/notesMaster" Target="/ppt/notesMasters/notesMaster1.xml" Id="Rcf76bce6300b46a4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c0f3409669dd4646" /><Relationship Type="http://schemas.openxmlformats.org/officeDocument/2006/relationships/notesMaster" Target="/ppt/notesMasters/notesMaster1.xml" Id="R191b8cc7b07f4d3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da8f962059984d9b" /><Relationship Type="http://schemas.openxmlformats.org/officeDocument/2006/relationships/notesMaster" Target="/ppt/notesMasters/notesMaster1.xml" Id="R1cf6523211d54d6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60bb02fe9e714a6d" /><Relationship Type="http://schemas.openxmlformats.org/officeDocument/2006/relationships/notesMaster" Target="/ppt/notesMasters/notesMaster1.xml" Id="R6644be4bff7842d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74cff191b744206" /><Relationship Type="http://schemas.openxmlformats.org/officeDocument/2006/relationships/notesMaster" Target="/ppt/notesMasters/notesMaster1.xml" Id="R5c9ecb67bf35405f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cb28b328e7754573" /><Relationship Type="http://schemas.openxmlformats.org/officeDocument/2006/relationships/notesMaster" Target="/ppt/notesMasters/notesMaster1.xml" Id="R0b6803d23c09411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9c30e0093c44215" /><Relationship Type="http://schemas.openxmlformats.org/officeDocument/2006/relationships/notesMaster" Target="/ppt/notesMasters/notesMaster1.xml" Id="R6e4a7bb9185648f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70fbe7e2a2e4b8a" /><Relationship Type="http://schemas.openxmlformats.org/officeDocument/2006/relationships/notesMaster" Target="/ppt/notesMasters/notesMaster1.xml" Id="R8c8294a2c0564a7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c1845eb900374e41" /><Relationship Type="http://schemas.openxmlformats.org/officeDocument/2006/relationships/notesMaster" Target="/ppt/notesMasters/notesMaster1.xml" Id="R93ed45c9e4304b5c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b28a2df0ecc4d70" /><Relationship Type="http://schemas.openxmlformats.org/officeDocument/2006/relationships/notesMaster" Target="/ppt/notesMasters/notesMaster1.xml" Id="R284c4fd5229d404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e8495d5dd89c4694" /><Relationship Type="http://schemas.openxmlformats.org/officeDocument/2006/relationships/notesMaster" Target="/ppt/notesMasters/notesMaster1.xml" Id="R1fa532141b8c485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0060792644d549a1" /><Relationship Type="http://schemas.openxmlformats.org/officeDocument/2006/relationships/notesMaster" Target="/ppt/notesMasters/notesMaster1.xml" Id="Rb1dc9649793649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ارائه را با هدف پروژه شروع کنید: داده خام شبکه TRON را به شواهد قابل جست‌وجو و گراف fund-flow تبدیل می‌کنیم. سپس توضیح دهید ClickHouse منبع حقیقت تحلیلی است و Neo4j projection انتخابی برای مشاهده گراف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D:\Sarbazi\dockerizd_eth_code\app\src\main.rs#L1</a:t>
            </a:r>
          </a:p>
          <a:p xmlns:a="http://schemas.openxmlformats.org/drawingml/2006/main">
            <a:r>
              <a:t>- D:\Sarbazi\dockerizd_eth_code\app\sql\init_database_tron.sql#L1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یک جمله بگویید: ورودی یک آدرس TRON است؛ خروجی شامل گراف جریان پول، fingerprint رفتاری، holdings، رویدادهای swap/bridge و intelligence هویتی است. AI فعلاً در UI عمداً غیرفعال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D:\Sarbazi\dockerizd_eth_code\app\src\services\tron\wallet_investigation.rs#L46</a:t>
            </a:r>
          </a:p>
          <a:p xmlns:a="http://schemas.openxmlformats.org/drawingml/2006/main">
            <a:r>
              <a:t>- D:\Sarbazi\dockerizd_eth_code\app\web\index.html#L1181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واژه‌ها را ساده توضیح دهید. مهم‌ترین تفاوت transaction و transfer است: یک transaction ممکن است چند transfer واقعی تولید 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D:\Sarbazi\dockerizd_eth_code\app\src\services\tron\fetcher.rs#L48</a:t>
            </a:r>
          </a:p>
          <a:p xmlns:a="http://schemas.openxmlformats.org/drawingml/2006/main">
            <a:r>
              <a:t>- D:\Sarbazi\dockerizd_eth_code\app\src\services\tron\transfer_extractor.rs#L1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روی چهار واژه تأکید کنید: receipt نتیجه واقعی اجرای تراکنش است؛ canonical نمای معتبر و deduplicated است؛ ClickHouse انبار حقیقت است؛ Neo4j نمایش گرافی انتخابی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D:\Sarbazi\dockerizd_eth_code\app\src\services\tron\fetcher.rs#L58</a:t>
            </a:r>
          </a:p>
          <a:p xmlns:a="http://schemas.openxmlformats.org/drawingml/2006/main">
            <a:r>
              <a:t>- D:\Sarbazi\dockerizd_eth_code\app\sql\init_database_tron.sql#L698</a:t>
            </a:r>
          </a:p>
          <a:p xmlns:a="http://schemas.openxmlformats.org/drawingml/2006/main">
            <a:r>
              <a:t>- D:\Sarbazi\dockerizd_eth_code\app\src\services\tron\neo4j\flow_graph.rs#L144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بخش ستون فقرات ارائه است. ابتدا معماری کلان، سپس هر مرحله ingestion و بعد مسیر search را توضیح می‌دهیم.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D:\Sarbazi\dockerizd_eth_code\app\src\tasks\fetch_loop.rs#L16</a:t>
            </a:r>
          </a:p>
          <a:p xmlns:a="http://schemas.openxmlformats.org/drawingml/2006/main">
            <a:r>
              <a:t>- D:\Sarbazi\dockerizd_eth_code\app\src\services\tron\wallet_investigation.rs#L73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از چپ به راست بخوانید: منبع TRON بلاک و receipt می‌دهد؛ Rust آن‌ها را normalize و classify می‌کند؛ ClickHouse حقیقت پایدار است؛ API تحقیق را می‌سازد؛ UI نمایش می‌دهد. Neo4j فقط هنگام import از داده ClickHouse پر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D:\Sarbazi\dockerizd_eth_code\app\src\services\tron\fetcher.rs#L329</a:t>
            </a:r>
          </a:p>
          <a:p xmlns:a="http://schemas.openxmlformats.org/drawingml/2006/main">
            <a:r>
              <a:t>- D:\Sarbazi\dockerizd_eth_code\app\src\router.rs#L11</a:t>
            </a:r>
          </a:p>
          <a:p xmlns:a="http://schemas.openxmlformats.org/drawingml/2006/main">
            <a:r>
              <a:t>- D:\Sarbazi\dockerizd_eth_code\app\src\services\tron\neo4j\edges.rs#L24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ارائه روشن کنید که نگه‌داری دو دیتابیس به معنی دو منبع حقیقت نیست. تمام evidence در ClickHouse است و Neo4j برای visualization و query گرافی materialize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D:\Sarbazi\dockerizd_eth_code\app\src\handlers\tron_graph.rs#L19</a:t>
            </a:r>
          </a:p>
          <a:p xmlns:a="http://schemas.openxmlformats.org/drawingml/2006/main">
            <a:r>
              <a:t>- D:\Sarbazi\dockerizd_eth_code\app\src\handlers\tron_graph.rs#L40</a:t>
            </a:r>
          </a:p>
          <a:p xmlns:a="http://schemas.openxmlformats.org/drawingml/2006/main">
            <a:r>
              <a:t>- D:\Sarbazi\dockerizd_eth_code\app\src\services\tron\neo4j\flow_graph.rs#L231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فایل main بسیار کوچک نگه داشته شده است. تنظیمات را می‌خواند و کنترل را به run_tron_loop می‌دهد؛ بنابراین منطق در task و serviceها تست‌پذیر باقی می‌ماند.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D:\Sarbazi\dockerizd_eth_code\app\src\main.rs#L1</a:t>
            </a:r>
          </a:p>
          <a:p xmlns:a="http://schemas.openxmlformats.org/drawingml/2006/main">
            <a:r>
              <a:t>- D:\Sarbazi\dockerizd_eth_code\app\src\tasks\fetch_loop.rs#L16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ابتدا schema validate می‌شود. سپس last_synced_block از ClickHouse خوانده می‌شود و resolve_start_block_tron بلاک شروع را تعیین می‌کند. بعد از هر بلاک موفق checkpoint ذخیره می‌شود و اجرای بعدی از +1 ادامه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D:\Sarbazi\dockerizd_eth_code\app\src\tasks\fetch_loop.rs#L19</a:t>
            </a:r>
          </a:p>
          <a:p xmlns:a="http://schemas.openxmlformats.org/drawingml/2006/main">
            <a:r>
              <a:t>- D:\Sarbazi\dockerizd_eth_code\app\src\tasks\fetch_loop.rs#L25</a:t>
            </a:r>
          </a:p>
          <a:p xmlns:a="http://schemas.openxmlformats.org/drawingml/2006/main">
            <a:r>
              <a:t>- D:\Sarbazi\dockerizd_eth_code\app\src\tasks\fetch_loop.rs#L50</a:t>
            </a:r>
          </a:p>
          <a:p xmlns:a="http://schemas.openxmlformats.org/drawingml/2006/main">
            <a:r>
              <a:t>- D:\Sarbazi\dockerizd_eth_code\app\src\services\tron\fetcher.rs#L642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latest solid block مرز ingest است. هر بلاک با rate limiter دریافت می‌شود؛ blockID، parentHash و timestamp بررسی می‌شوند؛ سپس should_ingest_block مانع duplicate و hash conflict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D:\Sarbazi\dockerizd_eth_code\app\src\services\tron\fetcher.rs#L329</a:t>
            </a:r>
          </a:p>
          <a:p xmlns:a="http://schemas.openxmlformats.org/drawingml/2006/main">
            <a:r>
              <a:t>- D:\Sarbazi\dockerizd_eth_code\app\src\services\tron\fetcher.rs#L358</a:t>
            </a:r>
          </a:p>
          <a:p xmlns:a="http://schemas.openxmlformats.org/drawingml/2006/main">
            <a:r>
              <a:t>- D:\Sarbazi\dockerizd_eth_code\app\src\services\tron\fetcher.rs#L411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transaction فقط درخواست اجرا را نشان می‌دهد. receipt نتیجه واقعی است: موفقیت، fee، Energy، Bandwidth، logهای TRC20 و internal transfer. اگر tx شکست بخورد transferهای مشتق‌شده پاک می‌شوند.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D:\Sarbazi\dockerizd_eth_code\app\src\services\tron\fetcher.rs#L54</a:t>
            </a:r>
          </a:p>
          <a:p xmlns:a="http://schemas.openxmlformats.org/drawingml/2006/main">
            <a:r>
              <a:t>- D:\Sarbazi\dockerizd_eth_code\app\src\services\tron\fetcher.rs#L58</a:t>
            </a:r>
          </a:p>
          <a:p xmlns:a="http://schemas.openxmlformats.org/drawingml/2006/main">
            <a:r>
              <a:t>- D:\Sarbazi\dockerizd_eth_code\app\src\services\tron\fetcher.rs#L73</a:t>
            </a:r>
          </a:p>
          <a:p xmlns:a="http://schemas.openxmlformats.org/drawingml/2006/main">
            <a:r>
              <a:t>- D:\Sarbazi\dockerizd_eth_code\app\src\services\tron\fetcher.rs#L83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اسلاید قلب ingestion است. یک transaction row ذخیره می‌شود، transferها استخراج می‌شوند، metadata token کشف می‌شود، semantic detectorها اجرا می‌شوند و در پایان relationship و feature ساخته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D:\Sarbazi\dockerizd_eth_code\app\src\services\tron\fetcher.rs#L100</a:t>
            </a:r>
          </a:p>
          <a:p xmlns:a="http://schemas.openxmlformats.org/drawingml/2006/main">
            <a:r>
              <a:t>- D:\Sarbazi\dockerizd_eth_code\app\src\services\tron\fetcher.rs#L118</a:t>
            </a:r>
          </a:p>
          <a:p xmlns:a="http://schemas.openxmlformats.org/drawingml/2006/main">
            <a:r>
              <a:t>- D:\Sarbazi\dockerizd_eth_code\app\src\services\tron\fetcher.rs#L141</a:t>
            </a:r>
          </a:p>
          <a:p xmlns:a="http://schemas.openxmlformats.org/drawingml/2006/main">
            <a:r>
              <a:t>- D:\Sarbazi\dockerizd_eth_code\app\src\services\tron\fetcher.rs#L181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انتقال native/TRC10 از contract اصلی، TRC20 از log receipt و internal transfer از internal_transactions استخراج می‌شود. relationship_builder همه را به یک ساختار یکنواخت from/to/asset/amount تبدیل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D:\Sarbazi\dockerizd_eth_code\app\src\services\tron\transfer_extractor.rs#L1</a:t>
            </a:r>
          </a:p>
          <a:p xmlns:a="http://schemas.openxmlformats.org/drawingml/2006/main">
            <a:r>
              <a:t>- D:\Sarbazi\dockerizd_eth_code\app\src\services\tron\relationship_builder.rs#L1</a:t>
            </a:r>
          </a:p>
          <a:p xmlns:a="http://schemas.openxmlformats.org/drawingml/2006/main">
            <a:r>
              <a:t>- D:\Sarbazi\dockerizd_eth_code\app\src\services\tron\fetcher.rs#L193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classifier از registry پروتکل، method selector و الگوی جریان دارایی استفاده می‌کند. detectorها رویدادهای معنادار می‌سازند؛ این‌ها حکم قانونی نیستند، بلکه evidence رفتاری برای تحقیق هستند.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D:\Sarbazi\dockerizd_eth_code\app\src\services\tron\fetcher.rs#L141</a:t>
            </a:r>
          </a:p>
          <a:p xmlns:a="http://schemas.openxmlformats.org/drawingml/2006/main">
            <a:r>
              <a:t>- D:\Sarbazi\dockerizd_eth_code\app\src\services\tron\fetcher.rs#L161</a:t>
            </a:r>
          </a:p>
          <a:p xmlns:a="http://schemas.openxmlformats.org/drawingml/2006/main">
            <a:r>
              <a:t>- D:\Sarbazi\dockerizd_eth_code\app\src\services\tron\aml\swap_detector.rs#L1</a:t>
            </a:r>
          </a:p>
          <a:p xmlns:a="http://schemas.openxmlformats.org/drawingml/2006/main">
            <a:r>
              <a:t>- D:\Sarbazi\dockerizd_eth_code\app\src\services\tron\tron_classifier\classifier.rs#L1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به‌جای INSERT جدا برای هر tx، rowها در حافظه جمع می‌شوند و بر اساس اندازه یا زمان flush می‌شوند. این کار تعداد requestهای ClickHouse را کم می‌کند. در پایان هر بلاک flush_all تضمین می‌کند checkpoint جلوتر از داده نرود.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D:\Sarbazi\dockerizd_eth_code\app\src\services\tron\batcher\generic.rs#L46</a:t>
            </a:r>
          </a:p>
          <a:p xmlns:a="http://schemas.openxmlformats.org/drawingml/2006/main">
            <a:r>
              <a:t>- D:\Sarbazi\dockerizd_eth_code\app\src\services\tron\batcher\generic.rs#L64</a:t>
            </a:r>
          </a:p>
          <a:p xmlns:a="http://schemas.openxmlformats.org/drawingml/2006/main">
            <a:r>
              <a:t>- D:\Sarbazi\dockerizd_eth_code\app\src\services\loader.rs#L84</a:t>
            </a:r>
          </a:p>
          <a:p xmlns:a="http://schemas.openxmlformats.org/drawingml/2006/main">
            <a:r>
              <a:t>- D:\Sarbazi\dockerizd_eth_code\app\src\services\tron\fetcher.rs#L618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هر مدل Rust با trait BatchInsert یک نام جدول ثابت دارد. GenericBatcher از T::TABLE استفاده می‌کند؛ پس اتصال مدل به SQL صریح و قابل تست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D:\Sarbazi\dockerizd_eth_code\app\src\services\tron\batcher\impls.rs#L8</a:t>
            </a:r>
          </a:p>
          <a:p xmlns:a="http://schemas.openxmlformats.org/drawingml/2006/main">
            <a:r>
              <a:t>- D:\Sarbazi\dockerizd_eth_code\app\src\services\tron\batcher\generic.rs#L77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جدول‌ها را به چهار حوزه توضیح دهید: ledger برای واقعیت زنجیره، intelligence برای هویت، analytics برای exposure/snapshot و ML برای feature/model/prediction. این جداسازی از بزرگ شدن بی‌هدف دیتابیس جلوگیری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بخش پاسخ مستقیم به سؤال اصلی شماست: wallet search از کجا شروع می‌شود، کدام query داده را می‌خواند و Neo4j دقیقاً چه زمانی نوشته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D:\Sarbazi\dockerizd_eth_code\app\web\index.html#L1181</a:t>
            </a:r>
          </a:p>
          <a:p xmlns:a="http://schemas.openxmlformats.org/drawingml/2006/main">
            <a:r>
              <a:t>- D:\Sarbazi\dockerizd_eth_code\app\src\services\tron\neo4j\flow_graph.rs#L554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مسیر را خطی بخوانید. UI endpoint investigation را صدا می‌زند؛ Router به handler می‌رسد؛ handler address را normalize و ClickHouse client را می‌سازد؛ service شش query را موازی اجرا می‌کند؛ graph از canonical relationships ساخته 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D:\Sarbazi\dockerizd_eth_code\app\web\index.html#L1181</a:t>
            </a:r>
          </a:p>
          <a:p xmlns:a="http://schemas.openxmlformats.org/drawingml/2006/main">
            <a:r>
              <a:t>- D:\Sarbazi\dockerizd_eth_code\app\src\router.rs#L78</a:t>
            </a:r>
          </a:p>
          <a:p xmlns:a="http://schemas.openxmlformats.org/drawingml/2006/main">
            <a:r>
              <a:t>- D:\Sarbazi\dockerizd_eth_code\app\src\handlers\tron_wallet_investigation.rs#L23</a:t>
            </a:r>
          </a:p>
          <a:p xmlns:a="http://schemas.openxmlformats.org/drawingml/2006/main">
            <a:r>
              <a:t>- D:\Sarbazi\dockerizd_eth_code\app\src\services\tron\wallet_investigation.rs#L73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خط 1189 فایل web/index.html درخواست GET ساخته می‌شود. خطوط 1198 تا 1204 پاسخ را بین graph، holdings، fingerprint، activity، intelligence و data quality تقسیم می‌کنند.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در router.rs خطوط 78 تا 80 به handler وصل است. handler در خطوط 27 تا 29 config، address normalization و ClickHouse client را آماده می‌کند و خط 39 build_wallet_investigation را اجرا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D:\Sarbazi\dockerizd_eth_code\app\src\router.rs#L78</a:t>
            </a:r>
          </a:p>
          <a:p xmlns:a="http://schemas.openxmlformats.org/drawingml/2006/main">
            <a:r>
              <a:t>- D:\Sarbazi\dockerizd_eth_code\app\src\handlers\tron_wallet_investigation.rs#L23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tokio::try_join! شش محاسبه مستقل را هم‌زمان اجرا می‌کند. Neo4j در این مسیر None است؛ بنابراین search معمولی فقط ClickHouse را می‌خواند و هیچ write به Neo4j ندارد.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D:\Sarbazi\dockerizd_eth_code\app\src\services\tron\wallet_investigation.rs#L73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تابع load_relationships_for_addresses query را روی address_relationships_canonical اجرا می‌کند. شرط WHERE هر یالی را می‌گیرد که wallet در from یا to باشد. سپس transactions_canonical و exchange_flows_canonical برای evidence join می‌شوند.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D:\Sarbazi\dockerizd_eth_code\app\src\services\tron\neo4j\flow_graph.rs#L554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load_relationship_neighborhood یک frontier دارد. در هر عمق آدرس‌های دیده‌نشده را query می‌کند، edgeها را deduplicate می‌کند و دو سر هر یال را برای عمق بعدی در frontier می‌گذارد. عمق graph عادی بین ۱ تا ۶ محدود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D:\Sarbazi\dockerizd_eth_code\app\src\services\tron\neo4j\flow_graph.rs#L505</a:t>
            </a:r>
          </a:p>
          <a:p xmlns:a="http://schemas.openxmlformats.org/drawingml/2006/main">
            <a:r>
              <a:t>- D:\Sarbazi\dockerizd_eth_code\app\src\services\tron\neo4j\flow_graph.rs#L155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موجودی snapshot جداگانه ذخیره نمی‌شود. دو materialized view برای هر relationship یک delta خروجی و ورودی می‌سازند. wallet_asset_balances deltaها را جمع می‌کند و metadata توکن را join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D:\Sarbazi\dockerizd_eth_code\app\sql\init_database_tron.sql#L642</a:t>
            </a:r>
          </a:p>
          <a:p xmlns:a="http://schemas.openxmlformats.org/drawingml/2006/main">
            <a:r>
              <a:t>- D:\Sarbazi\dockerizd_eth_code\app\sql\init_database_tron.sql#L670</a:t>
            </a:r>
          </a:p>
          <a:p xmlns:a="http://schemas.openxmlformats.org/drawingml/2006/main">
            <a:r>
              <a:t>- D:\Sarbazi\dockerizd_eth_code\app\sql\init_database_tron.sql#L848</a:t>
            </a:r>
          </a:p>
          <a:p xmlns:a="http://schemas.openxmlformats.org/drawingml/2006/main">
            <a:r>
              <a:t>- D:\Sarbazi\dockerizd_eth_code\app\src\services\tron\wallet_holdings.rs#L1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Fingerprint آمار رفتاری windowed می‌سازد؛ activity timeline رویدادهای semantic و transfer را ارائه می‌دهد. این خروجی‌ها evidence قابل فهم برای تحلیلگر و ورودی featureهای آینده ML هستند.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D:\Sarbazi\dockerizd_eth_code\app\src\services\tron\wallet_fingerprint.rs#L1</a:t>
            </a:r>
          </a:p>
          <a:p xmlns:a="http://schemas.openxmlformats.org/drawingml/2006/main">
            <a:r>
              <a:t>- D:\Sarbazi\dockerizd_eth_code\app\src\services\tron\wallet_activity.rs#L1</a:t>
            </a:r>
          </a:p>
          <a:p xmlns:a="http://schemas.openxmlformats.org/drawingml/2006/main">
            <a:r>
              <a:t>- D:\Sarbazi\dockerizd_eth_code\app\src\services\tron\wallet_ai_risk.rs#L359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گراف بدون هویت فقط آدرس نشان می‌دهد. entity_labels و exchange_addresses نام و نقش می‌دهند؛ cluster membership آدرس‌های متعلق به یک مجموعه را کنار هم می‌گذارد؛ exposure فاصله تا seedهای پرریسک را نگه می‌دارد.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D:\Sarbazi\dockerizd_eth_code\app\src\services\tron\entity_intelligence.rs#L1</a:t>
            </a:r>
          </a:p>
          <a:p xmlns:a="http://schemas.openxmlformats.org/drawingml/2006/main">
            <a:r>
              <a:t>- D:\Sarbazi\dockerizd_eth_code\app\src\services\tron\address_clustering.rs#L1</a:t>
            </a:r>
          </a:p>
          <a:p xmlns:a="http://schemas.openxmlformats.org/drawingml/2006/main">
            <a:r>
              <a:t>- D:\Sarbazi\dockerizd_eth_code\app\src\services\tron\exposure\propagation.rs#L1</a:t>
            </a:r>
          </a:p>
          <a:p xmlns:a="http://schemas.openxmlformats.org/drawingml/2006/main">
            <a:r>
              <a:t>- D:\Sarbazi\dockerizd_eth_code\app\sql\init_database_tron.sql#L159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source و target، max_depth پیش‌فرض ۱۰ و سقف آن ۱۰ است. جست‌وجو stateهای path را گسترش می‌دهد، از cycle جلوگیری می‌کند و حداکثر ۵۰ path برمی‌گرداند. direction می‌تواند outgoing، incoming یا any باشد.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D:\Sarbazi\dockerizd_eth_code\app\src\services\tron\neo4j\flow_graph.rs#L258</a:t>
            </a:r>
          </a:p>
          <a:p xmlns:a="http://schemas.openxmlformats.org/drawingml/2006/main">
            <a:r>
              <a:t>- D:\Sarbazi\dockerizd_eth_code\app\src\services\tron\neo4j\flow_graph.rs#L270</a:t>
            </a:r>
          </a:p>
          <a:p xmlns:a="http://schemas.openxmlformats.org/drawingml/2006/main">
            <a:r>
              <a:t>- D:\Sarbazi\dockerizd_eth_code\app\src\services\tron\neo4j\flow_graph.rs#L388</a:t>
            </a:r>
          </a:p>
          <a:p xmlns:a="http://schemas.openxmlformats.org/drawingml/2006/main">
            <a:r>
              <a:t>- D:\Sarbazi\dockerizd_eth_code\app\src\handlers\tron_wallet_paths.rs#L1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تفاوت را حتماً بگویید: GET graph یا investigation تابع را با None صدا می‌زند و فقط JSON می‌سازد. POST /neo4j/import ابتدا Neo4j client می‌سازد و همان builder را با Some(&amp;neo4j) اجرا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D:\Sarbazi\dockerizd_eth_code\app\src\handlers\tron_graph.rs#L19</a:t>
            </a:r>
          </a:p>
          <a:p xmlns:a="http://schemas.openxmlformats.org/drawingml/2006/main">
            <a:r>
              <a:t>- D:\Sarbazi\dockerizd_eth_code\app\src\handlers\tron_graph.rs#L40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سه نقطه را نام ببرید: flow_graph.rs خط 204 تابع merge_transfer_edge را صدا می‌زند؛ edges.rs خط 30 عبارت MERGE رابطه را تعریف می‌کند؛ و خطوط 102 تا 105 query را واقعاً با graph.run اجرا می‌کنند.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D:\Sarbazi\dockerizd_eth_code\app\src\services\tron\neo4j\flow_graph.rs#L202</a:t>
            </a:r>
          </a:p>
          <a:p xmlns:a="http://schemas.openxmlformats.org/drawingml/2006/main">
            <a:r>
              <a:t>- D:\Sarbazi\dockerizd_eth_code\app\src\services\tron\neo4j\edges.rs#L24</a:t>
            </a:r>
          </a:p>
          <a:p xmlns:a="http://schemas.openxmlformats.org/drawingml/2006/main">
            <a:r>
              <a:t>- D:\Sarbazi\dockerizd_eth_code\app\src\services\tron\neo4j\edges.rs#L102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کد feature snapshot، model registry، deployment، logistic و pytorch_mlp وجود دارد. اما investigation فعلی در خط 98 تابع build_disabled_wallet_ai_risk را صدا می‌زند. پس UI در تست گراف ریسک واقعی محاسبه نمی‌کند.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D:\Sarbazi\dockerizd_eth_code\app\src\services\tron\wallet_investigation.rs#L98</a:t>
            </a:r>
          </a:p>
          <a:p xmlns:a="http://schemas.openxmlformats.org/drawingml/2006/main">
            <a:r>
              <a:t>- D:\Sarbazi\dockerizd_eth_code\app\src\services\tron\wallet_ai_risk.rs#L351</a:t>
            </a:r>
          </a:p>
          <a:p xmlns:a="http://schemas.openxmlformats.org/drawingml/2006/main">
            <a:r>
              <a:t>- D:\Sarbazi\dockerizd_eth_code\app\src\services\tron\wallet_ai_risk.rs#L432</a:t>
            </a:r>
          </a:p>
          <a:p xmlns:a="http://schemas.openxmlformats.org/drawingml/2006/main">
            <a:r>
              <a:t>- D:\Sarbazi\dockerizd_eth_code\app\src\services\tron\wallet_ai_risk.rs#L895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ingested_blocks وضعیت canonical ingest را نگه می‌دارد، ingestion_failures خطا و retry را ثبت می‌کند، sync_state checkpoint است، replay block امکان repair می‌دهد و hash conflict روی بلاک finalized ingest را متوقف 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D:\Sarbazi\dockerizd_eth_code\app\src\services\tron\ingestion_state.rs#L1</a:t>
            </a:r>
          </a:p>
          <a:p xmlns:a="http://schemas.openxmlformats.org/drawingml/2006/main">
            <a:r>
              <a:t>- D:\Sarbazi\dockerizd_eth_code\app\src\services\tron\ingestion_health.rs#L1</a:t>
            </a:r>
          </a:p>
          <a:p xmlns:a="http://schemas.openxmlformats.org/drawingml/2006/main">
            <a:r>
              <a:t>- D:\Sarbazi\dockerizd_eth_code\app\src\bin\tron_replay_blocks.rs#L1</a:t>
            </a:r>
          </a:p>
          <a:p xmlns:a="http://schemas.openxmlformats.org/drawingml/2006/main">
            <a:r>
              <a:t>- D:\Sarbazi\dockerizd_eth_code\app\src\tasks\fetch_loop.rs#L59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دمو را با یک wallet دارای داده شروع کنید. ابتدا ingestion health، سپس investigation، بعد فیلتر operation type، holdings، fingerprint و path دو آدرس را نشان دهید. در پایان دکمه Project to Neo4j را بزنید و تفاوت read و import را یادآوری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D:\Sarbazi\dockerizd_eth_code\app\web\index.html#L1189</a:t>
            </a:r>
          </a:p>
          <a:p xmlns:a="http://schemas.openxmlformats.org/drawingml/2006/main">
            <a:r>
              <a:t>- D:\Sarbazi\dockerizd_eth_code\app\web\index.html#L1288</a:t>
            </a:r>
          </a:p>
          <a:p xmlns:a="http://schemas.openxmlformats.org/drawingml/2006/main">
            <a:r>
              <a:t>- D:\Sarbazi\dockerizd_eth_code\app\src\router.rs#L62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اسلایدهای بعدی مرجع فایل‌به‌فایل هستند. در ارائه اصلی لازم نیست همه را بخوانید؛ برای پاسخ به سؤال فنی از آن‌ها استفاده کنید.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D:\Sarbazi\dockerizd_eth_code\app\src\lib.rs#L1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D:\Sarbazi\dockerizd_eth_code\app\src\bin\tron_benchmark_ingestion.rs#L1</a:t>
            </a:r>
          </a:p>
          <a:p xmlns:a="http://schemas.openxmlformats.org/drawingml/2006/main">
            <a:r>
              <a:t>- D:\Sarbazi\dockerizd_eth_code\app\src\bin\tron_discover_address_clusters.rs#L1</a:t>
            </a:r>
          </a:p>
          <a:p xmlns:a="http://schemas.openxmlformats.org/drawingml/2006/main">
            <a:r>
              <a:t>- D:\Sarbazi\dockerizd_eth_code\app\src\bin\tron_export_wallet_graph.rs#L1</a:t>
            </a:r>
          </a:p>
          <a:p xmlns:a="http://schemas.openxmlformats.org/drawingml/2006/main">
            <a:r>
              <a:t>- D:\Sarbazi\dockerizd_eth_code\app\src\bin\tron_graph_api.rs#L1</a:t>
            </a:r>
          </a:p>
          <a:p xmlns:a="http://schemas.openxmlformats.org/drawingml/2006/main">
            <a:r>
              <a:t>- D:\Sarbazi\dockerizd_eth_code\app\src\bin\tron_ingest_entity_labels.rs#L1</a:t>
            </a:r>
          </a:p>
          <a:p xmlns:a="http://schemas.openxmlformats.org/drawingml/2006/main">
            <a:r>
              <a:t>- D:\Sarbazi\dockerizd_eth_code\app\src\bin\tron_propagate_exposure.rs#L1</a:t>
            </a:r>
          </a:p>
          <a:p xmlns:a="http://schemas.openxmlformats.org/drawingml/2006/main">
            <a:r>
              <a:t>- D:\Sarbazi\dockerizd_eth_code\app\src\bin\tron_register_intelligence_source.rs#L1</a:t>
            </a:r>
          </a:p>
          <a:p xmlns:a="http://schemas.openxmlformats.org/drawingml/2006/main">
            <a:r>
              <a:t>- D:\Sarbazi\dockerizd_eth_code\app\src\bin\tron_replay_blocks.rs#L1</a:t>
            </a:r>
          </a:p>
          <a:p xmlns:a="http://schemas.openxmlformats.org/drawingml/2006/main">
            <a:r>
              <a:t>- D:\Sarbazi\dockerizd_eth_code\app\src\bin\tron_review_intelligence.rs#L1</a:t>
            </a:r>
          </a:p>
          <a:p xmlns:a="http://schemas.openxmlformats.org/drawingml/2006/main">
            <a:r>
              <a:t>- D:\Sarbazi\dockerizd_eth_code\app\src\bin\tron_token_metadata_worker.rs#L1</a:t>
            </a:r>
          </a:p>
          <a:p xmlns:a="http://schemas.openxmlformats.org/drawingml/2006/main">
            <a:r>
              <a:t>- D:\Sarbazi\dockerizd_eth_code\app\src\config.rs#L1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D:\Sarbazi\dockerizd_eth_code\app\src\db\mod.rs#L1</a:t>
            </a:r>
          </a:p>
          <a:p xmlns:a="http://schemas.openxmlformats.org/drawingml/2006/main">
            <a:r>
              <a:t>- D:\Sarbazi\dockerizd_eth_code\app\src\db\sync_state.rs#L1</a:t>
            </a:r>
          </a:p>
          <a:p xmlns:a="http://schemas.openxmlformats.org/drawingml/2006/main">
            <a:r>
              <a:t>- D:\Sarbazi\dockerizd_eth_code\app\src\db\tron_schema.rs#L1</a:t>
            </a:r>
          </a:p>
          <a:p xmlns:a="http://schemas.openxmlformats.org/drawingml/2006/main">
            <a:r>
              <a:t>- D:\Sarbazi\dockerizd_eth_code\app\src\handlers\dashboard.rs#L1</a:t>
            </a:r>
          </a:p>
          <a:p xmlns:a="http://schemas.openxmlformats.org/drawingml/2006/main">
            <a:r>
              <a:t>- D:\Sarbazi\dockerizd_eth_code\app\src\handlers\health.rs#L1</a:t>
            </a:r>
          </a:p>
          <a:p xmlns:a="http://schemas.openxmlformats.org/drawingml/2006/main">
            <a:r>
              <a:t>- D:\Sarbazi\dockerizd_eth_code\app\src\handlers\mod.rs#L1</a:t>
            </a:r>
          </a:p>
          <a:p xmlns:a="http://schemas.openxmlformats.org/drawingml/2006/main">
            <a:r>
              <a:t>- D:\Sarbazi\dockerizd_eth_code\app\src\handlers\status.rs#L1</a:t>
            </a:r>
          </a:p>
          <a:p xmlns:a="http://schemas.openxmlformats.org/drawingml/2006/main">
            <a:r>
              <a:t>- D:\Sarbazi\dockerizd_eth_code\app\src\handlers\tron_common.rs#L1</a:t>
            </a:r>
          </a:p>
          <a:p xmlns:a="http://schemas.openxmlformats.org/drawingml/2006/main">
            <a:r>
              <a:t>- D:\Sarbazi\dockerizd_eth_code\app\src\handlers\tron_graph.rs#L1</a:t>
            </a:r>
          </a:p>
          <a:p xmlns:a="http://schemas.openxmlformats.org/drawingml/2006/main">
            <a:r>
              <a:t>- D:\Sarbazi\dockerizd_eth_code\app\src\handlers\tron_ingestion_health.rs#L1</a:t>
            </a:r>
          </a:p>
          <a:p xmlns:a="http://schemas.openxmlformats.org/drawingml/2006/main">
            <a:r>
              <a:t>- D:\Sarbazi\dockerizd_eth_code\app\src\handlers\tron_wallet_ai_risk.rs#L1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D:\Sarbazi\dockerizd_eth_code\app\src\handlers\tron_wallet_analysis.rs#L1</a:t>
            </a:r>
          </a:p>
          <a:p xmlns:a="http://schemas.openxmlformats.org/drawingml/2006/main">
            <a:r>
              <a:t>- D:\Sarbazi\dockerizd_eth_code\app\src\handlers\tron_wallet_fingerprint.rs#L1</a:t>
            </a:r>
          </a:p>
          <a:p xmlns:a="http://schemas.openxmlformats.org/drawingml/2006/main">
            <a:r>
              <a:t>- D:\Sarbazi\dockerizd_eth_code\app\src\handlers\tron_wallet_holdings.rs#L1</a:t>
            </a:r>
          </a:p>
          <a:p xmlns:a="http://schemas.openxmlformats.org/drawingml/2006/main">
            <a:r>
              <a:t>- D:\Sarbazi\dockerizd_eth_code\app\src\handlers\tron_wallet_investigation.rs#L1</a:t>
            </a:r>
          </a:p>
          <a:p xmlns:a="http://schemas.openxmlformats.org/drawingml/2006/main">
            <a:r>
              <a:t>- D:\Sarbazi\dockerizd_eth_code\app\src\handlers\tron_wallet_paths.rs#L1</a:t>
            </a:r>
          </a:p>
          <a:p xmlns:a="http://schemas.openxmlformats.org/drawingml/2006/main">
            <a:r>
              <a:t>- D:\Sarbazi\dockerizd_eth_code\app\src\helper\mod.rs#L1</a:t>
            </a:r>
          </a:p>
          <a:p xmlns:a="http://schemas.openxmlformats.org/drawingml/2006/main">
            <a:r>
              <a:t>- D:\Sarbazi\dockerizd_eth_code\app\src\helper\tron.rs#L1</a:t>
            </a:r>
          </a:p>
          <a:p xmlns:a="http://schemas.openxmlformats.org/drawingml/2006/main">
            <a:r>
              <a:t>- D:\Sarbazi\dockerizd_eth_code\app\src\lib.rs#L1</a:t>
            </a:r>
          </a:p>
          <a:p xmlns:a="http://schemas.openxmlformats.org/drawingml/2006/main">
            <a:r>
              <a:t>- D:\Sarbazi\dockerizd_eth_code\app\src\main.rs#L1</a:t>
            </a:r>
          </a:p>
          <a:p xmlns:a="http://schemas.openxmlformats.org/drawingml/2006/main">
            <a:r>
              <a:t>- D:\Sarbazi\dockerizd_eth_code\app\src\models\mod.rs#L1</a:t>
            </a:r>
          </a:p>
          <a:p xmlns:a="http://schemas.openxmlformats.org/drawingml/2006/main">
            <a:r>
              <a:t>- D:\Sarbazi\dockerizd_eth_code\app\src\models\token_metadata.rs#L1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D:\Sarbazi\dockerizd_eth_code\app\src\models\tron\exchange.rs#L1</a:t>
            </a:r>
          </a:p>
          <a:p xmlns:a="http://schemas.openxmlformats.org/drawingml/2006/main">
            <a:r>
              <a:t>- D:\Sarbazi\dockerizd_eth_code\app\src\models\tron\exposure.rs#L1</a:t>
            </a:r>
          </a:p>
          <a:p xmlns:a="http://schemas.openxmlformats.org/drawingml/2006/main">
            <a:r>
              <a:t>- D:\Sarbazi\dockerizd_eth_code\app\src\models\tron\intelligence.rs#L1</a:t>
            </a:r>
          </a:p>
          <a:p xmlns:a="http://schemas.openxmlformats.org/drawingml/2006/main">
            <a:r>
              <a:t>- D:\Sarbazi\dockerizd_eth_code\app\src\models\tron\mod.rs#L1</a:t>
            </a:r>
          </a:p>
          <a:p xmlns:a="http://schemas.openxmlformats.org/drawingml/2006/main">
            <a:r>
              <a:t>- D:\Sarbazi\dockerizd_eth_code\app\src\models\tron\modules.rs#L1</a:t>
            </a:r>
          </a:p>
          <a:p xmlns:a="http://schemas.openxmlformats.org/drawingml/2006/main">
            <a:r>
              <a:t>- D:\Sarbazi\dockerizd_eth_code\app\src\models\tron\relationship.rs#L1</a:t>
            </a:r>
          </a:p>
          <a:p xmlns:a="http://schemas.openxmlformats.org/drawingml/2006/main">
            <a:r>
              <a:t>- D:\Sarbazi\dockerizd_eth_code\app\src\progress\core.rs#L1</a:t>
            </a:r>
          </a:p>
          <a:p xmlns:a="http://schemas.openxmlformats.org/drawingml/2006/main">
            <a:r>
              <a:t>- D:\Sarbazi\dockerizd_eth_code\app\src\progress\mod.rs#L1</a:t>
            </a:r>
          </a:p>
          <a:p xmlns:a="http://schemas.openxmlformats.org/drawingml/2006/main">
            <a:r>
              <a:t>- D:\Sarbazi\dockerizd_eth_code\app\src\router.rs#L1</a:t>
            </a:r>
          </a:p>
          <a:p xmlns:a="http://schemas.openxmlformats.org/drawingml/2006/main">
            <a:r>
              <a:t>- D:\Sarbazi\dockerizd_eth_code\app\src\services\loader.rs#L1</a:t>
            </a:r>
          </a:p>
          <a:p xmlns:a="http://schemas.openxmlformats.org/drawingml/2006/main">
            <a:r>
              <a:t>- D:\Sarbazi\dockerizd_eth_code\app\src\services\mod.rs#L1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D:\Sarbazi\dockerizd_eth_code\app\src\services\sync_logic.rs#L1</a:t>
            </a:r>
          </a:p>
          <a:p xmlns:a="http://schemas.openxmlformats.org/drawingml/2006/main">
            <a:r>
              <a:t>- D:\Sarbazi\dockerizd_eth_code\app\src\services\tron\address_clustering.rs#L1</a:t>
            </a:r>
          </a:p>
          <a:p xmlns:a="http://schemas.openxmlformats.org/drawingml/2006/main">
            <a:r>
              <a:t>- D:\Sarbazi\dockerizd_eth_code\app\src\services\tron\aml\bridge_detector.rs#L1</a:t>
            </a:r>
          </a:p>
          <a:p xmlns:a="http://schemas.openxmlformats.org/drawingml/2006/main">
            <a:r>
              <a:t>- D:\Sarbazi\dockerizd_eth_code\app\src\services\tron\aml\flow_engine.rs#L1</a:t>
            </a:r>
          </a:p>
          <a:p xmlns:a="http://schemas.openxmlformats.org/drawingml/2006/main">
            <a:r>
              <a:t>- D:\Sarbazi\dockerizd_eth_code\app\src\services\tron\aml\liquidity_detector.rs#L1</a:t>
            </a:r>
          </a:p>
          <a:p xmlns:a="http://schemas.openxmlformats.org/drawingml/2006/main">
            <a:r>
              <a:t>- D:\Sarbazi\dockerizd_eth_code\app\src\services\tron\aml\mint_burn_detector.rs#L1</a:t>
            </a:r>
          </a:p>
          <a:p xmlns:a="http://schemas.openxmlformats.org/drawingml/2006/main">
            <a:r>
              <a:t>- D:\Sarbazi\dockerizd_eth_code\app\src\services\tron\aml\mod.rs#L1</a:t>
            </a:r>
          </a:p>
          <a:p xmlns:a="http://schemas.openxmlformats.org/drawingml/2006/main">
            <a:r>
              <a:t>- D:\Sarbazi\dockerizd_eth_code\app\src\services\tron\aml\swap_detector.rs#L1</a:t>
            </a:r>
          </a:p>
          <a:p xmlns:a="http://schemas.openxmlformats.org/drawingml/2006/main">
            <a:r>
              <a:t>- D:\Sarbazi\dockerizd_eth_code\app\src\services\tron\aml\types.rs#L1</a:t>
            </a:r>
          </a:p>
          <a:p xmlns:a="http://schemas.openxmlformats.org/drawingml/2006/main">
            <a:r>
              <a:t>- D:\Sarbazi\dockerizd_eth_code\app\src\services\tron\analytical_node.rs#L1</a:t>
            </a:r>
          </a:p>
          <a:p xmlns:a="http://schemas.openxmlformats.org/drawingml/2006/main">
            <a:r>
              <a:t>- D:\Sarbazi\dockerizd_eth_code\app\src\services\tron\batcher\generic.rs#L1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D:\Sarbazi\dockerizd_eth_code\app\src\services\tron\batcher\impls.rs#L1</a:t>
            </a:r>
          </a:p>
          <a:p xmlns:a="http://schemas.openxmlformats.org/drawingml/2006/main">
            <a:r>
              <a:t>- D:\Sarbazi\dockerizd_eth_code\app\src\services\tron\batcher\mod.rs#L1</a:t>
            </a:r>
          </a:p>
          <a:p xmlns:a="http://schemas.openxmlformats.org/drawingml/2006/main">
            <a:r>
              <a:t>- D:\Sarbazi\dockerizd_eth_code\app\src\services\tron\batcher\relationships.rs#L1</a:t>
            </a:r>
          </a:p>
          <a:p xmlns:a="http://schemas.openxmlformats.org/drawingml/2006/main">
            <a:r>
              <a:t>- D:\Sarbazi\dockerizd_eth_code\app\src\services\tron\batcher\semantic_events.rs#L1</a:t>
            </a:r>
          </a:p>
          <a:p xmlns:a="http://schemas.openxmlformats.org/drawingml/2006/main">
            <a:r>
              <a:t>- D:\Sarbazi\dockerizd_eth_code\app\src\services\tron\batcher\token_metadata_discoveries.rs#L1</a:t>
            </a:r>
          </a:p>
          <a:p xmlns:a="http://schemas.openxmlformats.org/drawingml/2006/main">
            <a:r>
              <a:t>- D:\Sarbazi\dockerizd_eth_code\app\src\services\tron\batcher\traits.rs#L1</a:t>
            </a:r>
          </a:p>
          <a:p xmlns:a="http://schemas.openxmlformats.org/drawingml/2006/main">
            <a:r>
              <a:t>- D:\Sarbazi\dockerizd_eth_code\app\src\services\tron\batcher\transaction_features.rs#L1</a:t>
            </a:r>
          </a:p>
          <a:p xmlns:a="http://schemas.openxmlformats.org/drawingml/2006/main">
            <a:r>
              <a:t>- D:\Sarbazi\dockerizd_eth_code\app\src\services\tron\batcher\transactions.rs#L1</a:t>
            </a:r>
          </a:p>
          <a:p xmlns:a="http://schemas.openxmlformats.org/drawingml/2006/main">
            <a:r>
              <a:t>- D:\Sarbazi\dockerizd_eth_code\app\src\services\tron\entity_intelligence.rs#L1</a:t>
            </a:r>
          </a:p>
          <a:p xmlns:a="http://schemas.openxmlformats.org/drawingml/2006/main">
            <a:r>
              <a:t>- D:\Sarbazi\dockerizd_eth_code\app\src\services\tron\exposure\mod.rs#L1</a:t>
            </a:r>
          </a:p>
          <a:p xmlns:a="http://schemas.openxmlformats.org/drawingml/2006/main">
            <a:r>
              <a:t>- D:\Sarbazi\dockerizd_eth_code\app\src\services\tron\exposure\propagation.rs#L1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D:\Sarbazi\dockerizd_eth_code\app\src\services\tron\exposure\scorer.rs#L1</a:t>
            </a:r>
          </a:p>
          <a:p xmlns:a="http://schemas.openxmlformats.org/drawingml/2006/main">
            <a:r>
              <a:t>- D:\Sarbazi\dockerizd_eth_code\app\src\services\tron\fetcher.rs#L1</a:t>
            </a:r>
          </a:p>
          <a:p xmlns:a="http://schemas.openxmlformats.org/drawingml/2006/main">
            <a:r>
              <a:t>- D:\Sarbazi\dockerizd_eth_code\app\src\services\tron\ingestion_health.rs#L1</a:t>
            </a:r>
          </a:p>
          <a:p xmlns:a="http://schemas.openxmlformats.org/drawingml/2006/main">
            <a:r>
              <a:t>- D:\Sarbazi\dockerizd_eth_code\app\src\services\tron\ingestion_state.rs#L1</a:t>
            </a:r>
          </a:p>
          <a:p xmlns:a="http://schemas.openxmlformats.org/drawingml/2006/main">
            <a:r>
              <a:t>- D:\Sarbazi\dockerizd_eth_code\app\src\services\tron\mod.rs#L1</a:t>
            </a:r>
          </a:p>
          <a:p xmlns:a="http://schemas.openxmlformats.org/drawingml/2006/main">
            <a:r>
              <a:t>- D:\Sarbazi\dockerizd_eth_code\app\src\services\tron\neo4j\client.rs#L1</a:t>
            </a:r>
          </a:p>
          <a:p xmlns:a="http://schemas.openxmlformats.org/drawingml/2006/main">
            <a:r>
              <a:t>- D:\Sarbazi\dockerizd_eth_code\app\src\services\tron\neo4j\edges.rs#L1</a:t>
            </a:r>
          </a:p>
          <a:p xmlns:a="http://schemas.openxmlformats.org/drawingml/2006/main">
            <a:r>
              <a:t>- D:\Sarbazi\dockerizd_eth_code\app\src\services\tron\neo4j\flow_graph.rs#L1</a:t>
            </a:r>
          </a:p>
          <a:p xmlns:a="http://schemas.openxmlformats.org/drawingml/2006/main">
            <a:r>
              <a:t>- D:\Sarbazi\dockerizd_eth_code\app\src\services\tron\neo4j\mod.rs#L1</a:t>
            </a:r>
          </a:p>
          <a:p xmlns:a="http://schemas.openxmlformats.org/drawingml/2006/main">
            <a:r>
              <a:t>- D:\Sarbazi\dockerizd_eth_code\app\src\services\tron\neo4j\nodes.rs#L1</a:t>
            </a:r>
          </a:p>
          <a:p xmlns:a="http://schemas.openxmlformats.org/drawingml/2006/main">
            <a:r>
              <a:t>- D:\Sarbazi\dockerizd_eth_code\app\src\services\tron\neo4j\types.rs#L1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D:\Sarbazi\dockerizd_eth_code\app\src\services\tron\observation_window.rs#L1</a:t>
            </a:r>
          </a:p>
          <a:p xmlns:a="http://schemas.openxmlformats.org/drawingml/2006/main">
            <a:r>
              <a:t>- D:\Sarbazi\dockerizd_eth_code\app\src\services\tron\performance.rs#L1</a:t>
            </a:r>
          </a:p>
          <a:p xmlns:a="http://schemas.openxmlformats.org/drawingml/2006/main">
            <a:r>
              <a:t>- D:\Sarbazi\dockerizd_eth_code\app\src\services\tron\relationship_builder.rs#L1</a:t>
            </a:r>
          </a:p>
          <a:p xmlns:a="http://schemas.openxmlformats.org/drawingml/2006/main">
            <a:r>
              <a:t>- D:\Sarbazi\dockerizd_eth_code\app\src\services\tron\risk_math.rs#L1</a:t>
            </a:r>
          </a:p>
          <a:p xmlns:a="http://schemas.openxmlformats.org/drawingml/2006/main">
            <a:r>
              <a:t>- D:\Sarbazi\dockerizd_eth_code\app\src\services\tron\semantic_event_builder.rs#L1</a:t>
            </a:r>
          </a:p>
          <a:p xmlns:a="http://schemas.openxmlformats.org/drawingml/2006/main">
            <a:r>
              <a:t>- D:\Sarbazi\dockerizd_eth_code\app\src\services\tron\transaction_type.rs#L1</a:t>
            </a:r>
          </a:p>
          <a:p xmlns:a="http://schemas.openxmlformats.org/drawingml/2006/main">
            <a:r>
              <a:t>- D:\Sarbazi\dockerizd_eth_code\app\src\services\tron\transfer_extractor.rs#L1</a:t>
            </a:r>
          </a:p>
          <a:p xmlns:a="http://schemas.openxmlformats.org/drawingml/2006/main">
            <a:r>
              <a:t>- D:\Sarbazi\dockerizd_eth_code\app\src\services\tron\tron_classifier\classifier.rs#L1</a:t>
            </a:r>
          </a:p>
          <a:p xmlns:a="http://schemas.openxmlformats.org/drawingml/2006/main">
            <a:r>
              <a:t>- D:\Sarbazi\dockerizd_eth_code\app\src\services\tron\tron_classifier\confidence.rs#L1</a:t>
            </a:r>
          </a:p>
          <a:p xmlns:a="http://schemas.openxmlformats.org/drawingml/2006/main">
            <a:r>
              <a:t>- D:\Sarbazi\dockerizd_eth_code\app\src\services\tron\tron_classifier\flow_analyzer.rs#L1</a:t>
            </a:r>
          </a:p>
          <a:p xmlns:a="http://schemas.openxmlformats.org/drawingml/2006/main">
            <a:r>
              <a:t>- D:\Sarbazi\dockerizd_eth_code\app\src\services\tron\tron_classifier\method_decoder.rs#L1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D:\Sarbazi\dockerizd_eth_code\app\src\services\tron\tron_classifier\mod.rs#L1</a:t>
            </a:r>
          </a:p>
          <a:p xmlns:a="http://schemas.openxmlformats.org/drawingml/2006/main">
            <a:r>
              <a:t>- D:\Sarbazi\dockerizd_eth_code\app\src\services\tron\tron_classifier\protocol_detector.rs#L1</a:t>
            </a:r>
          </a:p>
          <a:p xmlns:a="http://schemas.openxmlformats.org/drawingml/2006/main">
            <a:r>
              <a:t>- D:\Sarbazi\dockerizd_eth_code\app\src\services\tron\tron_classifier\registry.rs#L1</a:t>
            </a:r>
          </a:p>
          <a:p xmlns:a="http://schemas.openxmlformats.org/drawingml/2006/main">
            <a:r>
              <a:t>- D:\Sarbazi\dockerizd_eth_code\app\src\services\tron\tron_classifier\types.rs#L1</a:t>
            </a:r>
          </a:p>
          <a:p xmlns:a="http://schemas.openxmlformats.org/drawingml/2006/main">
            <a:r>
              <a:t>- D:\Sarbazi\dockerizd_eth_code\app\src\services\tron\tron_metadata_worker.rs#L1</a:t>
            </a:r>
          </a:p>
          <a:p xmlns:a="http://schemas.openxmlformats.org/drawingml/2006/main">
            <a:r>
              <a:t>- D:\Sarbazi\dockerizd_eth_code\app\src\services\tron\wallet_activity.rs#L1</a:t>
            </a:r>
          </a:p>
          <a:p xmlns:a="http://schemas.openxmlformats.org/drawingml/2006/main">
            <a:r>
              <a:t>- D:\Sarbazi\dockerizd_eth_code\app\src\services\tron\wallet_ai_risk.rs#L1</a:t>
            </a:r>
          </a:p>
          <a:p xmlns:a="http://schemas.openxmlformats.org/drawingml/2006/main">
            <a:r>
              <a:t>- D:\Sarbazi\dockerizd_eth_code\app\src\services\tron\wallet_exposure.rs#L1</a:t>
            </a:r>
          </a:p>
          <a:p xmlns:a="http://schemas.openxmlformats.org/drawingml/2006/main">
            <a:r>
              <a:t>- D:\Sarbazi\dockerizd_eth_code\app\src\services\tron\wallet_fingerprint.rs#L1</a:t>
            </a:r>
          </a:p>
          <a:p xmlns:a="http://schemas.openxmlformats.org/drawingml/2006/main">
            <a:r>
              <a:t>- D:\Sarbazi\dockerizd_eth_code\app\src\services\tron\wallet_holdings.rs#L1</a:t>
            </a:r>
          </a:p>
          <a:p xmlns:a="http://schemas.openxmlformats.org/drawingml/2006/main">
            <a:r>
              <a:t>- D:\Sarbazi\dockerizd_eth_code\app\src\services\tron\wallet_investigation.rs#L1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برای پاسخ به سؤال «این فایل برای چیست؟» از این جدول استفاده کنید. فایل‌های mod.rs فقط مرز ماژول و exportها را تعریف می‌کنند؛ منطق کسب‌وکار در serviceهاست.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D:\Sarbazi\dockerizd_eth_code\app\src\tasks\exposure_task.rs#L1</a:t>
            </a:r>
          </a:p>
          <a:p xmlns:a="http://schemas.openxmlformats.org/drawingml/2006/main">
            <a:r>
              <a:t>- D:\Sarbazi\dockerizd_eth_code\app\src\tasks\fetch_loop.rs#L1</a:t>
            </a:r>
          </a:p>
          <a:p xmlns:a="http://schemas.openxmlformats.org/drawingml/2006/main">
            <a:r>
              <a:t>- D:\Sarbazi\dockerizd_eth_code\app\src\tasks\mod.rs#L1</a:t>
            </a:r>
          </a:p>
          <a:p xmlns:a="http://schemas.openxmlformats.org/drawingml/2006/main">
            <a:r>
              <a:t>- D:\Sarbazi\dockerizd_eth_code\app\src\utils\mod.rs#L1</a:t>
            </a:r>
          </a:p>
          <a:p xmlns:a="http://schemas.openxmlformats.org/drawingml/2006/main">
            <a:r>
              <a:t>- D:\Sarbazi\dockerizd_eth_code\app\src\utils\tron_address.rs#L1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بخش پیوست مرجع دیتابیس است. ابتدا نوع داده و engine را توضیح می‌دهیم، سپس تک‌تک جدول‌ها و ستون‌ها را مرور می‌کنیم.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UInt256 برای amountهای بزرگ token مناسب است. LowCardinality برای رشته‌های تکراری حافظه را کم می‌کند. DateTime64(3) دقت میلی‌ثانیه دارد. Array برای evidence refs استفاده شده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ReplacingMergeTree اجازه می‌دهد نسخه جدید رکورد با کلید یکسان جای قبلی را بگیرد؛ FINAL نسخه نهایی را در query می‌خواند. partition ماهانه scan را محدود می‌کند و data-skipping index جست‌وجوی address/hash را سریع‌تر می‌سازد.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D:\Sarbazi\dockerizd_eth_code\app\sql\init_database_tron.sql#L91</a:t>
            </a:r>
          </a:p>
          <a:p xmlns:a="http://schemas.openxmlformats.org/drawingml/2006/main">
            <a:r>
              <a:t>- D:\Sarbazi\dockerizd_eth_code\app\sql\init_database_tron.sql#L698</a:t>
            </a:r>
          </a:p>
          <a:p xmlns:a="http://schemas.openxmlformats.org/drawingml/2006/main">
            <a:r>
              <a:t>- D:\Sarbazi\dockerizd_eth_code\app\sql\init_database_tron.sql#L817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جدول‌ها حقیقت‌های پایدار سیستم را ذخیره می‌کنند. Viewها در اسلایدهای بعدی از این حقیقت‌ها خروجی query-friendly می‌سازند.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address_cluster_claims را این‌طور توضیح دهید: ادعای خام برای هم‌خانواده بودن چند آدرس. تولیدکننده آن tron_discover_address_clusters / analyst import و مصرف‌کننده اصلی review و ساخت membership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address_cluster_claims را این‌طور توضیح دهید: ادعای خام برای هم‌خانواده بودن چند آدرس. تولیدکننده آن tron_discover_address_clusters / analyst import و مصرف‌کننده اصلی review و ساخت membership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address_cluster_memberships را این‌طور توضیح دهید: عضویت تأییدشده و نسخه‌دار آدرس در خوشه. تولیدکننده آن clustering review pipeline و مصرف‌کننده اصلی graph metadata و entity intelligence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address_entity را این‌طور توضیح دهید: نگاشت سریع آدرس به شخصیت یا سازمان. تولیدکننده آن label ingestion / intelligence review و مصرف‌کننده اصلی UI، fingerprint و graph node metadata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address_exposure را این‌طور توضیح دهید: خلاصه exposure یک آدرس به seedهای پرریسک. تولیدکننده آن tron_propagate_exposure و مصرف‌کننده اصلی wallet exposure و snapshot تحلیلی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address_exposure را این‌طور توضیح دهید: خلاصه exposure یک آدرس به seedهای پرریسک. تولیدکننده آن tron_propagate_exposure و مصرف‌کننده اصلی wallet exposure و snapshot تحلیلی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address_relationships را این‌طور توضیح دهید: حقیقت پایه fund-flow؛ هر انتقال یک یال. تولیدکننده آن fetcher → relationship_builder → batcher و مصرف‌کننده اصلی graph، path، holdings و exposure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analysis_subjects را این‌طور توضیح دهید: فهرست موضوعات تحلیلی و آخرین snapshot قابل دسترس. تولیدکننده آن analytical_node و مصرف‌کننده اصلی endpoint تحلیل و فهرست تحقیقات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analysis_subjects را این‌طور توضیح دهید: فهرست موضوعات تحلیلی و آخرین snapshot قابل دسترس. تولیدکننده آن analytical_node و مصرف‌کننده اصلی endpoint تحلیل و فهرست تحقیقات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cluster_versions را این‌طور توضیح دهید: تاریخچه نسخه‌های هر خوشه آدرس. تولیدکننده آن clustering review و مصرف‌کننده اصلی audit و بازسازی تصمیمات خوشه‌بندی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entity_labels را این‌طور توضیح دهید: برچسب حرفه‌ای و قابل بازبینی برای آدرس/نهاد. تولیدکننده آن tron_ingest_entity_labels / analyst و مصرف‌کننده اصلی entity resolution، risk seeds و UI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entity_labels را این‌طور توضیح دهید: برچسب حرفه‌ای و قابل بازبینی برای آدرس/نهاد. تولیدکننده آن tron_ingest_entity_labels / analyst و مصرف‌کننده اصلی entity resolution، risk seeds و UI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exchange_addresses را این‌طور توضیح دهید: دایرکتوری عملیاتی آدرس‌های صرافی. تولیدکننده آن label ingestion / reviewed discoveries و مصرف‌کننده اصلی تشخیص deposit، withdrawal، sweep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exposure_runs را این‌طور توضیح دهید: وضعیت اجرای propagation برای هر seed. تولیدکننده آن exposure propagation و مصرف‌کننده اصلی monitoring و reproducibility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exposure_seeds را این‌طور توضیح دهید: آدرس‌های مبدا شناخته‌شده پرریسک. تولیدکننده آن reviewed labels / analyst و مصرف‌کننده اصلی شروع graph exposure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ingested_blocks را این‌طور توضیح دهید: ledger عملیاتی بلاک‌های دریافت‌شده. تولیدکننده آن fetcher و مصرف‌کننده اصلی replay، canonicality و ingestion health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ingestion_benchmarks را این‌طور توضیح دهید: نتایج آزمون سرعت و حجم ingest. تولیدکننده آن tron_benchmark_ingestion و مصرف‌کننده اصلی capacity planning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ingestion_benchmarks را این‌طور توضیح دهید: نتایج آزمون سرعت و حجم ingest. تولیدکننده آن tron_benchmark_ingestion و مصرف‌کننده اصلی capacity planning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ingestion_failures را این‌طور توضیح دهید: خطاهای block/tx با وضعیت retry و resolution. تولیدکننده آن fetcher error handling و مصرف‌کننده اصلی repair و monitoring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ingestion_failures را این‌طور توضیح دهید: خطاهای block/tx با وضعیت retry و resolution. تولیدکننده آن fetcher error handling و مصرف‌کننده اصلی repair و monitoring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D:\Sarbazi\dockerizd_eth_code\app\sql\init_database_tron.sql#L286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intelligence_reviews را این‌طور توضیح دهید: تصمیم انسانی درباره label یا cluster claim. تولیدکننده آن tron_review_intelligence و مصرف‌کننده اصلی فعال‌سازی یا رد intelligence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intelligence_sources را این‌طور توضیح دهید: رجیستری منبع intelligence و سطح اعتماد. تولیدکننده آن tron_register_intelligence_source و مصرف‌کننده اصلی provenance و governance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semantic_aml_events را این‌طور توضیح دهید: رویدادهای معنادار swap/bridge/mint/burn/liquidity. تولیدکننده آن semantic detectors در process_tx و مصرف‌کننده اصلی activity، fingerprint و ML features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semantic_aml_events را این‌طور توضیح دهید: رویدادهای معنادار swap/bridge/mint/burn/liquidity. تولیدکننده آن semantic detectors در process_tx و مصرف‌کننده اصلی activity، fingerprint و ML features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sync_state را این‌طور توضیح دهید: checkpoint آخرین بلاک موفق. تولیدکننده آن fetch loop و مصرف‌کننده اصلی شروع Auto از بلاک بعدی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token_metadata را این‌طور توضیح دهید: نام، نماد و decimals توکن. تولیدکننده آن token metadata worker / manual verified input و مصرف‌کننده اصلی holdings و نمایش UI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token_metadata_discoveries را این‌طور توضیح دهید: صف کشف قراردادهای توکن جدید. تولیدکننده آن process_tx و مصرف‌کننده اصلی token metadata worker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D:\Sarbazi\dockerizd_eth_code\app\sql\init_database_tron.sql#L399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token_metadata_jobs را این‌طور توضیح دهید: وضعیت retry کارهای دریافت metadata. تولیدکننده آن token metadata worker و مصرف‌کننده اصلی monitoring metadata gaps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transaction_features را این‌طور توضیح دهید: طبقه‌بندی semantic سطح تراکنش. تولیدکننده آن classifier + AML detectors و مصرف‌کننده اصلی canonical relationship view، fingerprint و ML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transaction_features را این‌طور توضیح دهید: طبقه‌بندی semantic سطح تراکنش. تولیدکننده آن classifier + AML detectors و مصرف‌کننده اصلی canonical relationship view، fingerprint و ML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transactions را این‌طور توضیح دهید: رکورد اصلی تراکنش و هزینه منابع. تولیدکننده آن process_tx → transaction_batcher و مصرف‌کننده اصلی canonical tx view و graph evidence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wallet_analysis_evidence را این‌طور توضیح دهید: شواهد اتمی متصل به snapshot تحقیق. تولیدکننده آن analytical_node و مصرف‌کننده اصلی explainability و analyst workflow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wallet_analysis_snapshots را این‌طور توضیح دهید: خروجی نسخه‌دار و قابل بازتولید تحقیق کیف پول. تولیدکننده آن analytical_node و مصرف‌کننده اصلی analysis endpoint و audit است. این اسلاید بخش 1 از 4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wallet_analysis_snapshots را این‌طور توضیح دهید: خروجی نسخه‌دار و قابل بازتولید تحقیق کیف پول. تولیدکننده آن analytical_node و مصرف‌کننده اصلی analysis endpoint و audit است. این اسلاید بخش 2 از 4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wallet_analysis_snapshots را این‌طور توضیح دهید: خروجی نسخه‌دار و قابل بازتولید تحقیق کیف پول. تولیدکننده آن analytical_node و مصرف‌کننده اصلی analysis endpoint و audit است. این اسلاید بخش 3 از 4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wallet_analysis_snapshots را این‌طور توضیح دهید: خروجی نسخه‌دار و قابل بازتولید تحقیق کیف پول. تولیدکننده آن analytical_node و مصرف‌کننده اصلی analysis endpoint و audit است. این اسلاید بخش 4 از 4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D:\Sarbazi\dockerizd_eth_code\app\sql\init_database_tron.sql#L495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wallet_asset_balance_deltas_v3 را این‌طور توضیح دهید: ورودی/خروجی دارایی برای محاسبه موجودی. تولیدکننده آن دو materialized view انتقال و مصرف‌کننده اصلی wallet_asset_balances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wallet_ml_feature_snapshots را این‌طور توضیح دهید: بردار ویژگی نسخه‌دار برای train/inference. تولیدکننده آن wallet_ai_risk persistence و مصرف‌کننده اصلی Python/PyTorch dataset و reproducibility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D:\Sarbazi\dockerizd_eth_code\app\sql\init_database_tron.sql#L560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wallet_ml_model_deployments را این‌طور توضیح دهید: مدل فعال هر محیط و schema ویژگی. تولیدکننده آن model deployment process و مصرف‌کننده اصلی انتخاب مدل در inference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D:\Sarbazi\dockerizd_eth_code\app\sql\init_database_tron.sql#L580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wallet_ml_model_registry را این‌طور توضیح دهید: رجیستری artifact، checksum و metricهای مدل. تولیدکننده آن training/export pipeline و مصرف‌کننده اصلی Rust inference model loading است. این اسلاید بخش 1 از 1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D:\Sarbazi\dockerizd_eth_code\app\sql\init_database_tron.sql#L595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wallet_ml_predictions را این‌طور توضیح دهید: پیش‌بینی ثبت‌شده و دلایل مدل. تولیدکننده آن wallet AI inference و مصرف‌کننده اصلی تحلیل تاریخی و audit مدل است. این اسلاید بخش 1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جدول wallet_ml_predictions را این‌طور توضیح دهید: پیش‌بینی ثبت‌شده و دلایل مدل. تولیدکننده آن wallet AI inference و مصرف‌کننده اصلی تحلیل تاریخی و audit مدل است. این اسلاید بخش 2 از 2 ستون‌های جدول را نشان می‌دهد.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Materialized view هنگام INSERT row جدید تولید می‌کند؛ view عادی در زمان query محاسبه می‌شود. این تفاوت برای فهم holdings و canonical بسیار مهم است.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mv_wallet_asset_delta_transfer_from_v3 یک MATERIALIZED VIEW است. برای هر یال، یک delta خروجی با direction=-1 می‌سازد. مصرف یا trigger اصلی آن خودکار هنگام INSERT در address_relationships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mv_wallet_asset_delta_transfer_to_v3 یک MATERIALIZED VIEW است. برای هر یال، یک delta ورودی با direction=+1 می‌سازد. مصرف یا trigger اصلی آن خودکار هنگام INSERT در address_relationships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address_relationships_canonical یک VIEW است. یال fund-flow را با featureهای semantic غنی و رکوردهای نامعتبر را حذف می‌کند. مصرف یا trigger اصلی آن graph، path، fingerprint و exposure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address_relationships_canonical یک VIEW است. یال fund-flow را با featureهای semantic غنی و رکوردهای نامعتبر را حذف می‌کند. مصرف یا trigger اصلی آن graph، path، fingerprint و exposure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D:\Sarbazi\dockerizd_eth_code\app\sql\init_database_tron.sql#L698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exchange_flows_canonical یک VIEW است. با join روی exchange_addresses نوع deposit/withdrawal/sweep را استنتاج می‌کند. مصرف یا trigger اصلی آن graph evidence و exchange interaction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D:\Sarbazi\dockerizd_eth_code\app\sql\init_database_tron.sql#L765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transactions_canonical یک VIEW است. نسخه deduplicated جدول transactions با FINAL است. مصرف یا trigger اصلی آن graph query و evidence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D:\Sarbazi\dockerizd_eth_code\app\sql\init_database_tron.sql#L817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wallet_asset_balances یک VIEW است. deltaهای ورودی/خروجی را جمع می‌زند و metadata توکن را join می‌کند. مصرف یا trigger اصلی آن holdings API/UI است. ستون‌های این اسلاید قرارداد خروجی این شیء را نشان می‌دهند.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D:\Sarbazi\dockerizd_eth_code\app\sql\init_database_tron.sql#L848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دو اسلاید آخر را تقریباً می‌توانید عیناً در ارائه بخوانید.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D:\Sarbazi\dockerizd_eth_code\app\web\index.html#L1189</a:t>
            </a:r>
          </a:p>
          <a:p xmlns:a="http://schemas.openxmlformats.org/drawingml/2006/main">
            <a:r>
              <a:t>- D:\Sarbazi\dockerizd_eth_code\app\src\services\tron\neo4j\edges.rs#L102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متن این اسلاید را به‌عنوان پاسخ نهایی بخوانید. تأکید کنید که query اصلی از canonical relationship table شروع می‌شود و نه از Neo4j.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D:\Sarbazi\dockerizd_eth_code\app\web\index.html#L1189</a:t>
            </a:r>
          </a:p>
          <a:p xmlns:a="http://schemas.openxmlformats.org/drawingml/2006/main">
            <a:r>
              <a:t>- D:\Sarbazi\dockerizd_eth_code\app\src\router.rs#L78</a:t>
            </a:r>
          </a:p>
          <a:p xmlns:a="http://schemas.openxmlformats.org/drawingml/2006/main">
            <a:r>
              <a:t>- D:\Sarbazi\dockerizd_eth_code\app\src\handlers\tron_wallet_investigation.rs#L39</a:t>
            </a:r>
          </a:p>
          <a:p xmlns:a="http://schemas.openxmlformats.org/drawingml/2006/main">
            <a:r>
              <a:t>- D:\Sarbazi\dockerizd_eth_code\app\src\services\tron\neo4j\flow_graph.rs#L563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متن این اسلاید را دقیق بخوانید: Neo4j در search معمولی نوشته نمی‌شود. فقط POST import مسیر Some(&amp;neo4j) را فعال می‌کند. call، Cypher MERGE و graph.run هر سه شماره‌خط مشخص دارند.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D:\Sarbazi\dockerizd_eth_code\app\web\index.html#L1294</a:t>
            </a:r>
          </a:p>
          <a:p xmlns:a="http://schemas.openxmlformats.org/drawingml/2006/main">
            <a:r>
              <a:t>- D:\Sarbazi\dockerizd_eth_code\app\src\handlers\tron_graph.rs#L40</a:t>
            </a:r>
          </a:p>
          <a:p xmlns:a="http://schemas.openxmlformats.org/drawingml/2006/main">
            <a:r>
              <a:t>- D:\Sarbazi\dockerizd_eth_code\app\src\services\tron\neo4j\flow_graph.rs#L202</a:t>
            </a:r>
          </a:p>
          <a:p xmlns:a="http://schemas.openxmlformats.org/drawingml/2006/main">
            <a:r>
              <a:t>- D:\Sarbazi\dockerizd_eth_code\app\src\services\tron\neo4j\edges.rs#L24</a:t>
            </a:r>
          </a:p>
          <a:p xmlns:a="http://schemas.openxmlformats.org/drawingml/2006/main">
            <a:r>
              <a:t>- D:\Sarbazi\dockerizd_eth_code\app\src\services\tron\neo4j\edges.rs#L102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 این جمله پایان دهید و سپس برای سؤال‌های فنی به پیوست فرهنگ داده و نقشه فایل‌ها برگردید.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D:\Sarbazi\dockerizd_eth_code\app\sql\init_database_tron.sql#L1</a:t>
            </a:r>
          </a:p>
          <a:p xmlns:a="http://schemas.openxmlformats.org/drawingml/2006/main">
            <a:r>
              <a:t>- D:\Sarbazi\dockerizd_eth_code\app\src\services\tron\wallet_investigation.rs#L73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e9a9fda53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cb86743c784bb5" /><Relationship Type="http://schemas.openxmlformats.org/officeDocument/2006/relationships/slideLayout" Target="/ppt/slideLayouts/slideLayout1.xml" Id="Rc4a1fe7538ce48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1fe7538ce48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84b35acbe4e85" /><Relationship Type="http://schemas.openxmlformats.org/officeDocument/2006/relationships/notesSlide" Target="/ppt/notesSlides/notesSlide1.xml" Id="R9267811e9b8244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f5c6d93894658" /><Relationship Type="http://schemas.openxmlformats.org/officeDocument/2006/relationships/notesSlide" Target="/ppt/notesSlides/notesSlide2.xml" Id="R8240373dd07f43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dc4ad5be54dba" /><Relationship Type="http://schemas.openxmlformats.org/officeDocument/2006/relationships/notesSlide" Target="/ppt/notesSlides/notesSlide3.xml" Id="R1551ee3de295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77849e87f4347" /><Relationship Type="http://schemas.openxmlformats.org/officeDocument/2006/relationships/notesSlide" Target="/ppt/notesSlides/notesSlide4.xml" Id="Re8eda384ce48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97b4e0327439c" /><Relationship Type="http://schemas.openxmlformats.org/officeDocument/2006/relationships/notesSlide" Target="/ppt/notesSlides/notesSlide5.xml" Id="R34705c42ad0e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9a8e3bfc04917" /><Relationship Type="http://schemas.openxmlformats.org/officeDocument/2006/relationships/notesSlide" Target="/ppt/notesSlides/notesSlide6.xml" Id="Rbcea52c92188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f6fd3f42495d" /><Relationship Type="http://schemas.openxmlformats.org/officeDocument/2006/relationships/notesSlide" Target="/ppt/notesSlides/notesSlide7.xml" Id="R0ee981529fe74b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452919bf4fc7" /><Relationship Type="http://schemas.openxmlformats.org/officeDocument/2006/relationships/notesSlide" Target="/ppt/notesSlides/notesSlide8.xml" Id="R1b9114ef07934e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c89708f234a26" /><Relationship Type="http://schemas.openxmlformats.org/officeDocument/2006/relationships/notesSlide" Target="/ppt/notesSlides/notesSlide9.xml" Id="Rc0bc49553e6a48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6446af4af41c5" /><Relationship Type="http://schemas.openxmlformats.org/officeDocument/2006/relationships/notesSlide" Target="/ppt/notesSlides/notesSlide10.xml" Id="Rf8abb7acb66b41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41f19df5049df" /><Relationship Type="http://schemas.openxmlformats.org/officeDocument/2006/relationships/notesSlide" Target="/ppt/notesSlides/notesSlide11.xml" Id="Rd29e0ecfc88d49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16ae855a74c8a" /><Relationship Type="http://schemas.openxmlformats.org/officeDocument/2006/relationships/notesSlide" Target="/ppt/notesSlides/notesSlide12.xml" Id="R163a1e8dc39341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25b3968a4757" /><Relationship Type="http://schemas.openxmlformats.org/officeDocument/2006/relationships/notesSlide" Target="/ppt/notesSlides/notesSlide13.xml" Id="Rda788523e00343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3066cf814a0f" /><Relationship Type="http://schemas.openxmlformats.org/officeDocument/2006/relationships/notesSlide" Target="/ppt/notesSlides/notesSlide14.xml" Id="R2453cf28d3a543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7694881ec4630" /><Relationship Type="http://schemas.openxmlformats.org/officeDocument/2006/relationships/notesSlide" Target="/ppt/notesSlides/notesSlide15.xml" Id="R8e5b87bd7ff141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84e107afc4ff2" /><Relationship Type="http://schemas.openxmlformats.org/officeDocument/2006/relationships/notesSlide" Target="/ppt/notesSlides/notesSlide16.xml" Id="Rb8dd1cc0785748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ff5e8deb44a92" /><Relationship Type="http://schemas.openxmlformats.org/officeDocument/2006/relationships/notesSlide" Target="/ppt/notesSlides/notesSlide17.xml" Id="R619c8d17f3b847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84055aab4885" /><Relationship Type="http://schemas.openxmlformats.org/officeDocument/2006/relationships/notesSlide" Target="/ppt/notesSlides/notesSlide18.xml" Id="Rd8d4915f08b647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0d4c893a4fe0" /><Relationship Type="http://schemas.openxmlformats.org/officeDocument/2006/relationships/notesSlide" Target="/ppt/notesSlides/notesSlide19.xml" Id="R990eabb23cbb49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369321b754d0d" /><Relationship Type="http://schemas.openxmlformats.org/officeDocument/2006/relationships/notesSlide" Target="/ppt/notesSlides/notesSlide20.xml" Id="R3a649bc72e2b44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4fea6ef1f46fc" /><Relationship Type="http://schemas.openxmlformats.org/officeDocument/2006/relationships/notesSlide" Target="/ppt/notesSlides/notesSlide21.xml" Id="R23c2397fb6ea4d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ffa1fc51b43a3" /><Relationship Type="http://schemas.openxmlformats.org/officeDocument/2006/relationships/notesSlide" Target="/ppt/notesSlides/notesSlide22.xml" Id="Rc81f72af1c0749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1a3e64b504ada" /><Relationship Type="http://schemas.openxmlformats.org/officeDocument/2006/relationships/notesSlide" Target="/ppt/notesSlides/notesSlide23.xml" Id="R3009761cb19f49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aea3e08184eaf" /><Relationship Type="http://schemas.openxmlformats.org/officeDocument/2006/relationships/notesSlide" Target="/ppt/notesSlides/notesSlide24.xml" Id="Ra793ba622e5543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b1829df8049ab" /><Relationship Type="http://schemas.openxmlformats.org/officeDocument/2006/relationships/notesSlide" Target="/ppt/notesSlides/notesSlide25.xml" Id="R82f37716de0f4d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f0fab601043aa" /><Relationship Type="http://schemas.openxmlformats.org/officeDocument/2006/relationships/notesSlide" Target="/ppt/notesSlides/notesSlide26.xml" Id="R24444be5bd994d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92a6d88fc49ba" /><Relationship Type="http://schemas.openxmlformats.org/officeDocument/2006/relationships/notesSlide" Target="/ppt/notesSlides/notesSlide27.xml" Id="R275447a02c7c49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e04e3a1334db3" /><Relationship Type="http://schemas.openxmlformats.org/officeDocument/2006/relationships/notesSlide" Target="/ppt/notesSlides/notesSlide28.xml" Id="R244e403580d74e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8283ed26f4ebc" /><Relationship Type="http://schemas.openxmlformats.org/officeDocument/2006/relationships/notesSlide" Target="/ppt/notesSlides/notesSlide29.xml" Id="Rc50079ce5f5946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c69bd69184640" /><Relationship Type="http://schemas.openxmlformats.org/officeDocument/2006/relationships/notesSlide" Target="/ppt/notesSlides/notesSlide30.xml" Id="R378687639e0c49c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52c2c17114c4f" /><Relationship Type="http://schemas.openxmlformats.org/officeDocument/2006/relationships/notesSlide" Target="/ppt/notesSlides/notesSlide31.xml" Id="Rbe9eeff1a662434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ed6e8e6d4da3" /><Relationship Type="http://schemas.openxmlformats.org/officeDocument/2006/relationships/notesSlide" Target="/ppt/notesSlides/notesSlide32.xml" Id="Rfad6df74a9c54e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58b5f4733434e" /><Relationship Type="http://schemas.openxmlformats.org/officeDocument/2006/relationships/notesSlide" Target="/ppt/notesSlides/notesSlide33.xml" Id="R2068dcf4bd2342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37f44ecc949f8" /><Relationship Type="http://schemas.openxmlformats.org/officeDocument/2006/relationships/notesSlide" Target="/ppt/notesSlides/notesSlide34.xml" Id="Rc5a7c335fee34b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b1335f0d14183" /><Relationship Type="http://schemas.openxmlformats.org/officeDocument/2006/relationships/notesSlide" Target="/ppt/notesSlides/notesSlide35.xml" Id="R0797bc7aa72843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0284177014dd4" /><Relationship Type="http://schemas.openxmlformats.org/officeDocument/2006/relationships/notesSlide" Target="/ppt/notesSlides/notesSlide36.xml" Id="R2d1f366a5ded486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658e655a4041" /><Relationship Type="http://schemas.openxmlformats.org/officeDocument/2006/relationships/notesSlide" Target="/ppt/notesSlides/notesSlide37.xml" Id="R8fcb74fc9fa44e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0fbe6f38d4bca" /><Relationship Type="http://schemas.openxmlformats.org/officeDocument/2006/relationships/notesSlide" Target="/ppt/notesSlides/notesSlide38.xml" Id="Rdf32fbde80a54c6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390639e6043fa" /><Relationship Type="http://schemas.openxmlformats.org/officeDocument/2006/relationships/notesSlide" Target="/ppt/notesSlides/notesSlide39.xml" Id="R4e5d66152dd6438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0c88aca347a9" /><Relationship Type="http://schemas.openxmlformats.org/officeDocument/2006/relationships/notesSlide" Target="/ppt/notesSlides/notesSlide40.xml" Id="R075d200220aa4d5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2fc4231624c12" /><Relationship Type="http://schemas.openxmlformats.org/officeDocument/2006/relationships/notesSlide" Target="/ppt/notesSlides/notesSlide41.xml" Id="Rfe12df0646494e7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822e12b664030" /><Relationship Type="http://schemas.openxmlformats.org/officeDocument/2006/relationships/notesSlide" Target="/ppt/notesSlides/notesSlide42.xml" Id="Rca821648275f483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449c2670740fe" /><Relationship Type="http://schemas.openxmlformats.org/officeDocument/2006/relationships/notesSlide" Target="/ppt/notesSlides/notesSlide43.xml" Id="R5c16d2014026444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b1a957f414ad5" /><Relationship Type="http://schemas.openxmlformats.org/officeDocument/2006/relationships/notesSlide" Target="/ppt/notesSlides/notesSlide44.xml" Id="Rde3e6bdfc287465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50bea0b274311" /><Relationship Type="http://schemas.openxmlformats.org/officeDocument/2006/relationships/notesSlide" Target="/ppt/notesSlides/notesSlide45.xml" Id="Rb16dc65f47f94d6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596c86a4d4bb5" /><Relationship Type="http://schemas.openxmlformats.org/officeDocument/2006/relationships/notesSlide" Target="/ppt/notesSlides/notesSlide46.xml" Id="R803e93c9a857498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3813f22ad4208" /><Relationship Type="http://schemas.openxmlformats.org/officeDocument/2006/relationships/notesSlide" Target="/ppt/notesSlides/notesSlide47.xml" Id="Rfffded463cd947f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da89b471b4ca3" /><Relationship Type="http://schemas.openxmlformats.org/officeDocument/2006/relationships/notesSlide" Target="/ppt/notesSlides/notesSlide48.xml" Id="Rdf948468e21648e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7501ddcde4dbd" /><Relationship Type="http://schemas.openxmlformats.org/officeDocument/2006/relationships/notesSlide" Target="/ppt/notesSlides/notesSlide49.xml" Id="R5c6cdd33005648a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0cb69a024bcc" /><Relationship Type="http://schemas.openxmlformats.org/officeDocument/2006/relationships/notesSlide" Target="/ppt/notesSlides/notesSlide50.xml" Id="R875a5cd4c1c0487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3db48a0a843da" /><Relationship Type="http://schemas.openxmlformats.org/officeDocument/2006/relationships/notesSlide" Target="/ppt/notesSlides/notesSlide51.xml" Id="R5acf211505b2433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f667c166d472f" /><Relationship Type="http://schemas.openxmlformats.org/officeDocument/2006/relationships/notesSlide" Target="/ppt/notesSlides/notesSlide52.xml" Id="R619634e971594c9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ab26db5a4046" /><Relationship Type="http://schemas.openxmlformats.org/officeDocument/2006/relationships/notesSlide" Target="/ppt/notesSlides/notesSlide53.xml" Id="Raf6d6f24890b4cd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6f0d6f9748b1" /><Relationship Type="http://schemas.openxmlformats.org/officeDocument/2006/relationships/notesSlide" Target="/ppt/notesSlides/notesSlide54.xml" Id="R506b5c6a2c1d40a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437d05dea4dc1" /><Relationship Type="http://schemas.openxmlformats.org/officeDocument/2006/relationships/notesSlide" Target="/ppt/notesSlides/notesSlide55.xml" Id="R58dce5f5e5eb480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6bebe7f934694" /><Relationship Type="http://schemas.openxmlformats.org/officeDocument/2006/relationships/notesSlide" Target="/ppt/notesSlides/notesSlide56.xml" Id="Ra54212ae7739456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d5770d4d8470f" /><Relationship Type="http://schemas.openxmlformats.org/officeDocument/2006/relationships/notesSlide" Target="/ppt/notesSlides/notesSlide57.xml" Id="R18989c94d98e421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6e966668e4e38" /><Relationship Type="http://schemas.openxmlformats.org/officeDocument/2006/relationships/notesSlide" Target="/ppt/notesSlides/notesSlide58.xml" Id="Rb7e20c0bc1f44c0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1c9ad64074018" /><Relationship Type="http://schemas.openxmlformats.org/officeDocument/2006/relationships/notesSlide" Target="/ppt/notesSlides/notesSlide59.xml" Id="R800461b1cc9d43b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685d58ce54512" /><Relationship Type="http://schemas.openxmlformats.org/officeDocument/2006/relationships/notesSlide" Target="/ppt/notesSlides/notesSlide60.xml" Id="R77717327b62d41c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ed3ba36a34746" /><Relationship Type="http://schemas.openxmlformats.org/officeDocument/2006/relationships/notesSlide" Target="/ppt/notesSlides/notesSlide61.xml" Id="Rab2e4d42f99646b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6c38848c7474e" /><Relationship Type="http://schemas.openxmlformats.org/officeDocument/2006/relationships/notesSlide" Target="/ppt/notesSlides/notesSlide62.xml" Id="Rd5a5af58ab1e402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9588c7e744b4b" /><Relationship Type="http://schemas.openxmlformats.org/officeDocument/2006/relationships/notesSlide" Target="/ppt/notesSlides/notesSlide63.xml" Id="R129c2f361f6a497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c3408e9fa4438" /><Relationship Type="http://schemas.openxmlformats.org/officeDocument/2006/relationships/notesSlide" Target="/ppt/notesSlides/notesSlide64.xml" Id="Re6b1495ff6a9463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97d5eb55c44e5" /><Relationship Type="http://schemas.openxmlformats.org/officeDocument/2006/relationships/notesSlide" Target="/ppt/notesSlides/notesSlide65.xml" Id="R88dd650f7e2f4e7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5b5f515e541ac" /><Relationship Type="http://schemas.openxmlformats.org/officeDocument/2006/relationships/notesSlide" Target="/ppt/notesSlides/notesSlide66.xml" Id="Rbfa8a021b4ed4a5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edd09a904c04" /><Relationship Type="http://schemas.openxmlformats.org/officeDocument/2006/relationships/notesSlide" Target="/ppt/notesSlides/notesSlide67.xml" Id="R93fe6f8b0c4548e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2f16b0af5423b" /><Relationship Type="http://schemas.openxmlformats.org/officeDocument/2006/relationships/notesSlide" Target="/ppt/notesSlides/notesSlide68.xml" Id="R50eb2b576386468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3a1d42cea4756" /><Relationship Type="http://schemas.openxmlformats.org/officeDocument/2006/relationships/notesSlide" Target="/ppt/notesSlides/notesSlide69.xml" Id="R5f110df3e7c241d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ae8fbdae04f04" /><Relationship Type="http://schemas.openxmlformats.org/officeDocument/2006/relationships/notesSlide" Target="/ppt/notesSlides/notesSlide70.xml" Id="Ra639264f403d4b4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979493c204a1b" /><Relationship Type="http://schemas.openxmlformats.org/officeDocument/2006/relationships/notesSlide" Target="/ppt/notesSlides/notesSlide71.xml" Id="R3c3799987182431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84369bc85428a" /><Relationship Type="http://schemas.openxmlformats.org/officeDocument/2006/relationships/notesSlide" Target="/ppt/notesSlides/notesSlide72.xml" Id="Rd5b3895e7aa949d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8e42cc0964e52" /><Relationship Type="http://schemas.openxmlformats.org/officeDocument/2006/relationships/notesSlide" Target="/ppt/notesSlides/notesSlide73.xml" Id="R9e56e2d08d3d429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1db33985c42b6" /><Relationship Type="http://schemas.openxmlformats.org/officeDocument/2006/relationships/notesSlide" Target="/ppt/notesSlides/notesSlide74.xml" Id="Raa743dfd8d32419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644fca18147f4" /><Relationship Type="http://schemas.openxmlformats.org/officeDocument/2006/relationships/notesSlide" Target="/ppt/notesSlides/notesSlide75.xml" Id="Re92a80ce4f9842e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a463b617541f4" /><Relationship Type="http://schemas.openxmlformats.org/officeDocument/2006/relationships/notesSlide" Target="/ppt/notesSlides/notesSlide76.xml" Id="Rb2f8cd90233a458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4eb041dd4bfb" /><Relationship Type="http://schemas.openxmlformats.org/officeDocument/2006/relationships/notesSlide" Target="/ppt/notesSlides/notesSlide77.xml" Id="R6f434f4d0fb64f7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14d402d124be3" /><Relationship Type="http://schemas.openxmlformats.org/officeDocument/2006/relationships/notesSlide" Target="/ppt/notesSlides/notesSlide78.xml" Id="Rf5dc4e7ab7cf41f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e395f953c47cf" /><Relationship Type="http://schemas.openxmlformats.org/officeDocument/2006/relationships/notesSlide" Target="/ppt/notesSlides/notesSlide79.xml" Id="Rbe80c16a61fe486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1f1022ebe4c34" /><Relationship Type="http://schemas.openxmlformats.org/officeDocument/2006/relationships/notesSlide" Target="/ppt/notesSlides/notesSlide80.xml" Id="Re83eedd3aa4849a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6d2193ba40cf" /><Relationship Type="http://schemas.openxmlformats.org/officeDocument/2006/relationships/notesSlide" Target="/ppt/notesSlides/notesSlide81.xml" Id="R50822c4dc5cd4ea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567f64aca4f2c" /><Relationship Type="http://schemas.openxmlformats.org/officeDocument/2006/relationships/notesSlide" Target="/ppt/notesSlides/notesSlide82.xml" Id="R264b9507cebe404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d7bd4df9f4ded" /><Relationship Type="http://schemas.openxmlformats.org/officeDocument/2006/relationships/notesSlide" Target="/ppt/notesSlides/notesSlide83.xml" Id="R7086536f3982417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90c4d1a594e38" /><Relationship Type="http://schemas.openxmlformats.org/officeDocument/2006/relationships/notesSlide" Target="/ppt/notesSlides/notesSlide84.xml" Id="Rebc0a64562de4fe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d55b1d66d426f" /><Relationship Type="http://schemas.openxmlformats.org/officeDocument/2006/relationships/notesSlide" Target="/ppt/notesSlides/notesSlide85.xml" Id="R030c507a706b40e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b2da687ba4718" /><Relationship Type="http://schemas.openxmlformats.org/officeDocument/2006/relationships/notesSlide" Target="/ppt/notesSlides/notesSlide86.xml" Id="Rb2a39eb384294e7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27eb8b8fc4845" /><Relationship Type="http://schemas.openxmlformats.org/officeDocument/2006/relationships/notesSlide" Target="/ppt/notesSlides/notesSlide87.xml" Id="Rf22783b73b52459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31827d11948b3" /><Relationship Type="http://schemas.openxmlformats.org/officeDocument/2006/relationships/notesSlide" Target="/ppt/notesSlides/notesSlide88.xml" Id="Rd248db6029fc4bc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cb1b462c945fe" /><Relationship Type="http://schemas.openxmlformats.org/officeDocument/2006/relationships/notesSlide" Target="/ppt/notesSlides/notesSlide89.xml" Id="R145b84d1796b4bb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405c47c94a3f" /><Relationship Type="http://schemas.openxmlformats.org/officeDocument/2006/relationships/notesSlide" Target="/ppt/notesSlides/notesSlide90.xml" Id="R6f7a1101e3bf47b1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3183c729446f" /><Relationship Type="http://schemas.openxmlformats.org/officeDocument/2006/relationships/notesSlide" Target="/ppt/notesSlides/notesSlide91.xml" Id="R2c912755e9434ced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c8cc423e644b6" /><Relationship Type="http://schemas.openxmlformats.org/officeDocument/2006/relationships/notesSlide" Target="/ppt/notesSlides/notesSlide92.xml" Id="R3775903ca60b4e4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68555c8b34da4" /><Relationship Type="http://schemas.openxmlformats.org/officeDocument/2006/relationships/notesSlide" Target="/ppt/notesSlides/notesSlide93.xml" Id="Rde8d396d896b4043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46b4dfa114316" /><Relationship Type="http://schemas.openxmlformats.org/officeDocument/2006/relationships/notesSlide" Target="/ppt/notesSlides/notesSlide94.xml" Id="R29e26183bb554b24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90ae25dd14d0d" /><Relationship Type="http://schemas.openxmlformats.org/officeDocument/2006/relationships/notesSlide" Target="/ppt/notesSlides/notesSlide95.xml" Id="R68d5a0a763bb4209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b5221a05240ee" /><Relationship Type="http://schemas.openxmlformats.org/officeDocument/2006/relationships/notesSlide" Target="/ppt/notesSlides/notesSlide96.xml" Id="Ra386db8b006448c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b8cabfccb4f03" /><Relationship Type="http://schemas.openxmlformats.org/officeDocument/2006/relationships/notesSlide" Target="/ppt/notesSlides/notesSlide97.xml" Id="Reed7905c90c64d4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72f4b720477a" /><Relationship Type="http://schemas.openxmlformats.org/officeDocument/2006/relationships/notesSlide" Target="/ppt/notesSlides/notesSlide98.xml" Id="R7a710616e2354bcb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da901e8d84c57" /><Relationship Type="http://schemas.openxmlformats.org/officeDocument/2006/relationships/notesSlide" Target="/ppt/notesSlides/notesSlide99.xml" Id="R2913390de0be4c9a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412aa7b4d4b0e" /><Relationship Type="http://schemas.openxmlformats.org/officeDocument/2006/relationships/notesSlide" Target="/ppt/notesSlides/notesSlide100.xml" Id="Rb197f83a73944b3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b989659564330" /><Relationship Type="http://schemas.openxmlformats.org/officeDocument/2006/relationships/notesSlide" Target="/ppt/notesSlides/notesSlide101.xml" Id="R24a0293790c04e9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660bb0737445e" /><Relationship Type="http://schemas.openxmlformats.org/officeDocument/2006/relationships/notesSlide" Target="/ppt/notesSlides/notesSlide102.xml" Id="R740181d94d474c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D7457-5413-44C4-8459-8A7931B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34B9-B0D4-4111-8D4A-A26926D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8591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سامانه تحلیل ضدپول‌شویی شبکه TRON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2CEA9-EAFE-4336-922C-846FD27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7639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راهنمای ارائه معماری، مسیر اجرای کد، ClickHouse، Neo4j و فرهنگ کامل داده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3A50F-E085-44B2-8B4F-FBA3D3D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49890-AED7-4765-B4E1-4B2EB4F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RUST  ·  CLICKHOUSE  ·  NEO4J  ·  AXUM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C5AA7-2FF5-4915-8ADE-AEDF8C89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نسخه مستندشده از کد فعلی پروژه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6583-E7B1-42ED-B31B-612B6CB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BA4AB-ADED-4971-88D6-E9A75B0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معرفی پروژه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AC73D-95C4-401F-AC0D-25E913B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5713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61079-F02A-42A9-83AC-823F668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هدف ارائه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04F89-A5FF-490B-9492-F544086B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خروجی نهایی سامانه چیست؟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7FAD7-9E7B-4620-A03E-59F3807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93CBD-25C3-4973-8B28-A63EA03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2D99A-12DA-45BE-9DA9-54F2B9FF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معرفی پروژه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1C64F-7D72-4F11-AC52-4C2550CA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C0162-DA98-4DEA-9134-6C66F45C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DCCB2-C1D0-4B33-B2B6-C0C5C98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آدرس کیف پول ورودی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24130-C475-4F4A-8F62-7F244FF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5CFC2-A2FC-4A6F-B6B8-43BA0BC5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خروجی موازی تحقیق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7E227-E5C0-48BF-ACC5-A887EDED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۱۰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71361-528C-4B7E-83A6-5169023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حداکثر hop مسیر دو کیف پول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58E4-8A14-443C-95E8-BD9D7C48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Graph  |  Holdings  |  Fingerprint  |  Activity  |  Intelligence  |  Data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E3E4-CFD9-4A4D-A433-249FFA02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1C1C"/>
                </a:solidFill>
                <a:latin typeface="Arial"/>
                <a:ea typeface="Arial"/>
                <a:cs typeface="Arial"/>
              </a:rPr>
              <a:t>Risk/AI اکنون DISABLED است تا تست گراف و داده بدون امتیاز ریسک انجام شود.</a:t>
            </a:r>
          </a:p>
        </p:txBody>
      </p:sp>
    </p:spTree>
    <p:extLst>
      <p:ext uri="{BB962C8B-B14F-4D97-AF65-F5344CB8AC3E}">
        <p14:creationId xmlns:p14="http://schemas.microsoft.com/office/powerpoint/2010/main" val="125131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F8FD5-DF73-454B-B3C1-289F3AC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واژه‌نامه 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C917F-109E-423B-9BD2-DB2ECE0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اصطلاحات پایه بلاکچین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D5936-9963-40F0-944C-111535A6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CAEB4-CCA2-422F-9555-69F2C9BD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EBAFE-2B91-4A54-8271-E32D1B0A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معرفی پروژه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04CE5-E55D-4BEB-9CD6-695D092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43000" y="1571625"/>
          <a:ext xmlns:a="http://schemas.openxmlformats.org/drawingml/2006/main" cx="990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858000"/>
              </a:tblGrid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اصطلاح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معنی در این پروژه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Wallet / 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حساب یا قرارداد در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عمل امضاشده روی شبکه؛ ظرف اصلی اجرا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جابه‌جایی واقعی یک دارایی بین دو آدرس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اجراشونده مانند توکن، DEX یا bridge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TRX / TRC10 /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دارایی native، توکن قدیمی TRON و توکن قراردادی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Hop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یک یال انتقال در مسیر بین دو کیف پول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33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68BDB-90FF-465F-91AC-C1CA59EB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واژه‌نامه 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AA584-C15E-4EC2-A0A2-5579ABF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اصطلاحات معماری و داده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067DF-4AEE-47D3-9D5E-E001E7AB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82817-E54F-4623-AE30-B302EEB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D1512-B930-487F-AC8B-D511203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معرفی پروژه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11187-B640-4757-B5F3-A86A14B2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429500"/>
              </a:tblGrid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اصطلاح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تعریف عملی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Receipt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نتیجه اجرای tx: status، fee، Energy، log و internal tx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Canonical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نمای معتبر، deduplicated و مناسب تحلیل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Finality / Solid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بلاکی که از نظر TRON نهایی و قابل اتکاست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ClickHouse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حقیقت تحلیلی و queryهای حجیم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Neo4j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projection گراف برای مشاهده و Cypher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Replay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پردازش مجدد بلاک برای repair یا تست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فاصله و شدت ارتباط با seed پرریسک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794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303DC-7A34-46DD-82FF-D2CF648B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1B7F-AD56-4F70-9F48-23D901F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26529-DCA5-467B-B58F-89FBE61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از بلاک solid شبکه تا تحقیق کیف پول و projection گراف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96880-0199-46CF-8147-9894E0AD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5EFC-44C0-4BBD-998B-73A4B1A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2A476-8D69-4061-BEDF-551178D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9FC49-8C5A-49BE-B3D2-8EC3B22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9840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86892-B183-45C8-8E10-2522B5E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نمای سیستم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B8565-92CE-47FC-9B1A-4A094B3C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معماری کلان TRON AML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75329-4CD0-427B-95A4-B9B634D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C59C3-BC44-4514-9A00-43C1DDFB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629B3-3BA9-4D66-9DB3-4441592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1DBD-A16C-4626-8144-2EB3434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31FE3-7C37-4635-85F1-CCEF268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5146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E59FF-EFF6-4EC9-9096-58D9D949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5146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D1F2A-3876-400A-9C18-7CCA2FB5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5146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9EFEB-22EF-4B5B-B2F6-588A7DA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5146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E10C5-D8B0-437A-AC65-BF474B9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9D76-874A-4BBB-B49B-76CFE2AC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06D56-7803-4145-9EBA-65BF11FE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TRON 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2285-48F7-438C-9887-529B5D00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Block + Receipt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3E474-4DC4-4DF1-B7D0-8E41EDB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209550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16A52-88E4-44F6-A741-16F74B52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209550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05C4D-0254-49CA-BE27-06EB770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28600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Rust Ingestion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30293-9FD9-4D7D-801B-8DFCEAC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68605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Extract + Classify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66A2B-01A8-4AB3-A778-012E19C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9550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13DF8-C2C8-45F1-8DBE-A55B868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9550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FF46CD-0FC9-447C-88F5-56F410A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28600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ClickHouse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47CDA-6DB4-4E87-BB50-BD8883D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68605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Source of truth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E195D-A6CC-4DA5-8D09-5EA289E7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9550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5D038-59C3-4D8D-8E7F-6527C86F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9550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290BC-644B-45B0-94A1-3C7A197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8600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Axum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6EB32-A58C-460A-92C6-A34008F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68605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Investigation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9B41E-4079-4991-9CA1-70B0D44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550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585C3-C93A-4469-A8AE-46FBCEE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550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83A25-C37A-482F-A510-1A837D3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28600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UI / Neo4j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828DF-3062-4F46-B6F7-057E27C5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68605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Render /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08904-E444-429C-A511-6CE6A77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اصل معماری: Neo4j دیتابیس اصلی ingest نیست؛ projection قابل بازسازی از ClickHouse است.</a:t>
            </a:r>
          </a:p>
        </p:txBody>
      </p:sp>
    </p:spTree>
    <p:extLst>
      <p:ext uri="{BB962C8B-B14F-4D97-AF65-F5344CB8AC3E}">
        <p14:creationId xmlns:p14="http://schemas.microsoft.com/office/powerpoint/2010/main" val="121339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B20AD-6BF0-4EC3-95FD-8B819AE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اصل طراحی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E23B3-A1AD-46C4-B920-923A2DB2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تقسیم مسئولیت بین ClickHouse و Neo4j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F9DE6-984A-4E08-AEB5-CEFA630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B029-2EF8-4153-BBE4-F403ABC9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CFCC5-E9B4-456C-9648-6C9C6F6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0D7FF-CBD9-4C92-95E8-7B7BA304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A6466-1A93-48C6-BA5E-3FD1A94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0FCE1-7929-45DC-B616-0BBC311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11ABC-2E61-45E6-8E05-EA507443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ClickHouse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EA99E-3157-4451-8948-A1EA5CB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Neo4j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9B329-F57A-4447-9158-B2AA468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409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تراکنش و transfer edge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 event و feature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label، cluster و exposure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holdings مشتق‌شده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قابل replay و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972C2-3348-4238-9DF9-949B11F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09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 node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رابطه‌های typed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metadata نهاد/صرافی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نمایش در Neo4j Browser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قابل بازسازی از ClickHouse</a:t>
            </a:r>
          </a:p>
        </p:txBody>
      </p:sp>
    </p:spTree>
    <p:extLst>
      <p:ext uri="{BB962C8B-B14F-4D97-AF65-F5344CB8AC3E}">
        <p14:creationId xmlns:p14="http://schemas.microsoft.com/office/powerpoint/2010/main" val="1435951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AA559-F0B6-4FFE-84AE-2DABDCF4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کد اجرایی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4D13E-FA9A-4420-AE40-94FA765D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نقطه شروع اجرای ingestion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4448-B093-4FF6-B052-A523E8D2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09D7E-4D2B-4A56-8267-5DCFB59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0CF5-C9BA-4F0A-8EF6-4804269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6AE36-EB55-4CC2-9348-4149B21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893B-F519-4D86-886A-11CC837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A9A64-6684-44E4-A9F1-7E56A2A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src/main.rs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A299E-17F4-4C5E-9303-E514A720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0292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1: use anyhow::Result;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3: use arz_axum_for_services::config::AppConfig;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4: use arz_axum_for_services::tasks::fetch_loop::run_tron_loop;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5: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6: #[tokio::main]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7: async fn main() -&gt; Result&lt;()&gt;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8:     run_tron_loop(AppConfig::from_env()).await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9: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E6B10-387A-4799-9B04-43D68DF0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#[tokio::main] runtime async را راه می‌اندازد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AppConfig::from_env تنظیمات و defaultها را می‌سازد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run_tron_loop چرخه دائمی یا backfill را اجرا می‌کند</a:t>
            </a:r>
          </a:p>
        </p:txBody>
      </p:sp>
    </p:spTree>
    <p:extLst>
      <p:ext uri="{BB962C8B-B14F-4D97-AF65-F5344CB8AC3E}">
        <p14:creationId xmlns:p14="http://schemas.microsoft.com/office/powerpoint/2010/main" val="1573633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1D79D-CCC1-410D-A353-7F8D5FE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88713-7A08-47BC-B199-0FDBC44F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حالت Auto چگونه از ابتدا تکرار نمی‌کند؟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2D34B-9608-465C-8AC5-E7450470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F1AB9-2533-44D5-B6A2-B85C37F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EE625-60A7-4499-9617-C91598C0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791DE-03C9-4DE6-AC9D-1439036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C4DC-D557-487E-B2BB-59F56C88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4193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15A62-13A0-4EF2-8E0E-FF4801C1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4193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7B1EA-8034-4DEA-976C-7C3C933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4193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DA90D-090E-43AB-8979-EC42468B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4193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88C6E-3E9E-46BD-A685-73D0D47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76C9E-C3FE-44CB-8D54-F4A87BA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2679C-C783-4C18-9A87-3EAB4F68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6E97B-647B-4A96-9786-797D923D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59575-7CB0-4445-AAD6-78D87060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200025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5091B-51C1-4AE3-BD7C-3272A4E5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200025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4161B-0B43-471E-8554-0B02E0C6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19075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4097A-537E-483B-8FC7-91BA5689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9080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last_synced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E506F-0887-49C9-B96C-0072F64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0025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AF384-519D-4B1D-833D-2048D4A2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00025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E3E98-30C0-4C3F-8CD8-164561D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19075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3B509-759D-41E0-8ABE-E088DDD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59080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start block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FD69F-C4D0-44EC-B94E-677773E8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0025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15722-AA7D-4C0C-8DA5-41DB40D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0025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25D55-B2FF-4557-A8D1-791C65B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9075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73558-5E54-4661-A960-EC340B85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59080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block 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4A00A-F68E-4822-BD84-9F0B247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00250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0A15C-A851-451E-99B0-883C1A31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00250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72319-4FE0-4EC8-B434-8BF4C4F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90750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5B05F-3A43-4EA5-8A63-78BF4C7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90800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save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3343F-7FC7-47D8-83B6-E2131AB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Auto: next_block = last_synced.saturating_add(1)</a:t>
            </a:r>
          </a:p>
        </p:txBody>
      </p:sp>
    </p:spTree>
    <p:extLst>
      <p:ext uri="{BB962C8B-B14F-4D97-AF65-F5344CB8AC3E}">
        <p14:creationId xmlns:p14="http://schemas.microsoft.com/office/powerpoint/2010/main" val="721176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319BB-FDB0-41F6-825F-B1F103E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45566-282A-4731-9C4C-D4038B4E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چرخه دریافت و اعتبارسنجی بلاک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32C22-6EF9-4A0A-BB48-FE31B1A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65E7A-1BDE-470B-AAD5-F2AA1E4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763ED-EEBD-4194-8E1E-8F36D0C0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D5FDF-2512-42B3-AB72-25D3AB77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C462F-3E65-4FD8-91DD-0626B81E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57225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BE819-1A5B-405C-A176-6B91009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22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fetch_tron_with_options (selected flow)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83488-4F19-4475-9DE9-097680B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62674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04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335:     let latest_block = loader.tron_client.get_solid_block_number().await?;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336:     let end_block = options.end_block.unwrap_or(latest_block);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337: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338:     if end_block &gt; latest_block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339:         return Err(anyhow!(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340:             "requested TRON end block {end_block} is above latest solid block {latest_block}"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341:         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342: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343: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344:     println!(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345:         "TRON Latest Solid Block: {} | processing range {}..={}",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346:         latest_block, start_block, end_block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347:     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348: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349:     let mut tx_count = 0u64;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350: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351:     let mut current_block = start_block;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353:     while current_block &lt;= end_block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354:         if total_txs &gt; 0 &amp;&amp; tx_count &gt;= total_txs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355:             break;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356: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357: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358:         let block_result =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359:             let _permit = loader.rpc_limiter.acquire().await?;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360: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361:             loader.tron_client.get_block(current_block).await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362:         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1648E-A239-4052-9D5C-6F73FD36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فقط تا solid block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ثبت خطای FETCH_BLOCK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کنترل hash و replay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رد کردن بلاک از قبل ingestشده</a:t>
            </a:r>
          </a:p>
        </p:txBody>
      </p:sp>
    </p:spTree>
    <p:extLst>
      <p:ext uri="{BB962C8B-B14F-4D97-AF65-F5344CB8AC3E}">
        <p14:creationId xmlns:p14="http://schemas.microsoft.com/office/powerpoint/2010/main" val="123817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52AB9-EAA0-4DBA-9235-AFB39F4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EXECUTION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0EE13-7C8A-4446-86D4-10DCF0F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چرا به Receipt نیاز داریم؟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77844-E73B-4482-8069-FD2C229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D9EC0-8583-4774-9A8E-BE9142A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0F563-23EA-49A4-93E8-C7A9295F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FA401-54B5-4B5A-8A9D-43E1583B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57F80-B395-4A72-A4D9-964DC2BE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381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E1E0F-DB73-4142-B717-8062FD92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603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process_tx: receipt +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A8CAF-B055-45DD-8CE2-6320D65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6076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63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58:     let receipt =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59:         let _permit = loader.rpc_limiter.acquire().await?;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60: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61:         loader.tron_client.get_tx_receipt(&amp;txid).await?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62:     };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63: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64:     if receipt["id"].as_str().is_none()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65:         return Err(anyhow!("transaction receipt is not available for {txid}"));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68:     let timestamp = tx["raw_data"]["timestamp"]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69:         .as_u64()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70:         .filter(|timestamp| *timestamp &gt; 0)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71:         .ok_or_else(|| anyhow!("transaction {txid} has no valid timestamp"))?;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73:     let status = transaction_status(&amp;receipt);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74: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75:     let fee = UInt256::from(receipt["fee"].as_u64().unwrap_or(0));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76: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77:     let energy_usage_total = receipt["receipt"]["energy_usage_total"]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78:         .as_u64()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79:         .unwrap_or(0);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80: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81:     let net_usage = receipt["receipt"]["net_usage"].as_u64().unwrap_or(0);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83:     if status == 1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84:         canonical_transfers.extend(extract_trc20_transfers(&amp;receipt, &amp;txid)?);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85:         canonical_transfers.extend(extract_internal_transfers(&amp;receipt, &amp;txid));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86:     } else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87:         canonical_transfers.clear();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88:    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78BAF-7528-4110-B7FD-BC27A67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14EE-7CBB-4E61-8891-3FD55C6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Receipt supplies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3D015-0755-4B15-8787-9877F21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fee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energy_usage_total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net_usage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TRC20 logs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internal transfers</a:t>
            </a:r>
          </a:p>
        </p:txBody>
      </p:sp>
    </p:spTree>
    <p:extLst>
      <p:ext uri="{BB962C8B-B14F-4D97-AF65-F5344CB8AC3E}">
        <p14:creationId xmlns:p14="http://schemas.microsoft.com/office/powerpoint/2010/main" val="965914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5CF4B5-BBF8-4786-AA6A-D42D691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PROCESS_TX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36AC-9EAE-4A21-B5E3-6104950A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یک تراکنش چگونه به چند fact تبدیل می‌شود؟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010BD-6DB2-4E59-AB48-B758B4F8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202BB-6BBB-413B-9154-90EDBD0A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34AE8-8571-4C17-8FF2-5EE39E06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1F1A0-B76D-40AA-86A5-8414AD23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B9A30-8726-4978-B934-77E4FDFA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2764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69E35-540A-454F-903D-B238DD42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2764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393D4-3467-44CB-B7FA-4F3D092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2764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A94DF-8718-4F26-8437-FF50112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2764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44AD6-0605-4281-B4F5-7AB8E50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786E3-F268-4761-9F71-545C19EB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4F854-0F3D-4215-9C53-0630E23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12D52-C2A8-45CE-8EDE-43D8E6B0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tx 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AF264-F543-4E40-B603-8054D7EF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85737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54217-C3FE-4D0E-A40D-F7406BD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85737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FDC11-12D8-4A5C-984D-5C5E60A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04787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EC6EF-577D-4A2E-8E37-3708CF2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44792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TRX/TRC10/20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70459-12E8-4EC4-A892-BD4D0370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85737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392BE-7AB7-4C1F-936F-963F535A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85737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DCD8B-FF2B-4925-AA50-D543E2C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04787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1EC93-D224-4171-B7C6-BBE7ED10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44792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method +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70DD9-8F12-42EE-9877-0A2DF1C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85737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F331F-18E0-4EDC-BC16-483608C3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85737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4B80E-A09D-4D5C-AE9F-55C9AE6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04787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AML Events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05C658-27D6-4F68-B46C-1F61FD0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44792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swap/bridge/...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37BC6-0347-4430-9644-6B1F336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5737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FFD77-E1B0-4780-81C0-5082893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5737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2E912-BF15-4FEB-B911-78F554A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04787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787AB-B7E8-4F7F-9676-DB84293D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44792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from → 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9EF9B-9226-4605-B7E6-BAFDCEC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هر fact جدا ذخیره می‌شود تا queryها فقط داده مورد نیاز خود را بخوانند.</a:t>
            </a:r>
          </a:p>
        </p:txBody>
      </p:sp>
    </p:spTree>
    <p:extLst>
      <p:ext uri="{BB962C8B-B14F-4D97-AF65-F5344CB8AC3E}">
        <p14:creationId xmlns:p14="http://schemas.microsoft.com/office/powerpoint/2010/main" val="5942054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AFE5D-88C4-4506-A1BB-6222577B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FUND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739B1-3E3C-4CC9-9C7E-2BE5975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Transfer extraction و canonical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5CBFE-BE6D-4F8A-A1C2-9ADE0564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63897-770E-422D-BAA4-B16D83A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36A19-8744-4653-A2EA-95687AE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C422D-ABD3-4BDD-9985-AA4E413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10904-71C8-4723-A2D7-24DEB1B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52AC8-32EB-4C96-B902-098CB3FF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EDF5-5092-464F-BE9A-04B174BB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Extraction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00C00-0502-4865-9A34-CE5E2A23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Top-level TRX transfer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TRC10 asset transfer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TRC20 Transfer log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Internal smart-contract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23D27-7B41-49BA-970B-C9EC918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Unified relationship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DC049-6084-4EE2-B2B8-BC2C4FA1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000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relationship_id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from_address → to_address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token_address + amount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tx_hash + block + timestamp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transfer_type</a:t>
            </a:r>
          </a:p>
        </p:txBody>
      </p:sp>
    </p:spTree>
    <p:extLst>
      <p:ext uri="{BB962C8B-B14F-4D97-AF65-F5344CB8AC3E}">
        <p14:creationId xmlns:p14="http://schemas.microsoft.com/office/powerpoint/2010/main" val="244608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B917D-9BFA-4A51-9A42-70051E1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AML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D4A31-FD43-4257-9BB7-812254B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تشخیص semantic: swap، bridge و liquidity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7DA41-54E4-4A6E-A1D0-8595FC1F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B9373-06DD-478D-8EC1-DCC78D5B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4859-EB7C-45B2-B06B-D7818286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F1ADB-4869-458F-82E7-78850D8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43000" y="1571625"/>
          <a:ext xmlns:a="http://schemas.openxmlformats.org/drawingml/2006/main" cx="990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048500"/>
              </a:tblGrid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نشانه رفتاری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swap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ورود یک دارایی و خروج دارایی دیگر در یک actor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bridge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الگوی انتقال به/از قرارداد یا پروتکل bridge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mint / burn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ارتباط transfer با zero 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liquidity_add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ورود چند دارایی به pool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liquidity_remove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خروج چند دارایی از pool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contract_call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تراکنش دارای اجرای قرارداد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778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538EF-02AE-42AE-ADFC-BEF0B039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1D2AB-FF84-4A1C-B49A-1FDA323C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Batcher چرا وجود دارد؟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99CBA-FCF3-435A-917B-8CB7C02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B1C9C-33FF-44ED-9A3C-CDE34E3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22533-7958-4461-83E4-B9968363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8D759-1395-45DE-8164-FBF9853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DEA5D-78EE-47AF-A58B-BFD78DF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477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10D15-3C2F-4586-A92C-FC46FFAF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GenericBatcher&lt;T&gt;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DBE8E-6BAE-433E-BFF9-5D4A15FF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61722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667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46:     pub async fn push(&amp;self, row: T) -&gt; Result&lt;()&gt;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47:         let should_flush =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48:             let mut rows = self.rows.lock().await;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49:             rows.push(row);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50:             rows.len() &gt;= self.max_batch_size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51:         };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53:         if should_flush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54:             self.flush_pending().await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55:         } else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56:             Ok(())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57: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72:         if batch.is_empty()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73:             return Ok(());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74: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75: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76:         let row_count = batch.len();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77:         let mut insert = self.clickhouse.insert::&lt;T&gt;(T::TABLE).await?;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78: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79:         for row in &amp;batch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80:             let value = row.as_value();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81:             insert.write(&amp;value).await?;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82: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83: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84:         insert.end().await?;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6063D-88AF-4F89-8FC8-509C8DF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238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push → buffer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max_batch_size → flush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insert.write برای هر row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insert.end برای commit batch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drain فقط پس از موفقیت</a:t>
            </a:r>
          </a:p>
        </p:txBody>
      </p:sp>
    </p:spTree>
    <p:extLst>
      <p:ext uri="{BB962C8B-B14F-4D97-AF65-F5344CB8AC3E}">
        <p14:creationId xmlns:p14="http://schemas.microsoft.com/office/powerpoint/2010/main" val="5400560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CFC01-B40A-41D3-8E75-38D4147D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CODE-TO-TABLE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1F358-2AC9-4BE7-84AC-6263FAF7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جدول‌ها چگونه به batcher وصل‌اند؟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14132-91BF-4195-B626-C6CDB2C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4B72-7C72-4632-858A-718E09C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5E12E-027A-4C1E-93ED-04881931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CC4CB-3467-4AE4-9152-E8B0212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809750" y="1809750"/>
          <a:ext xmlns:a="http://schemas.openxmlformats.org/drawingml/2006/main" cx="8572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4286250"/>
              </a:tblGrid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Rust row type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ClickHouse table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TransactionRow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transactions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AddressRelationshipRow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address_relationships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SemanticAmlEventRow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semantic_aml_events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TransactionFeatureRow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transaction_features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TokenMetadataDiscoveryRow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token_metadata_discoveries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972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698B3-9FD6-403F-B263-56BD9B1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D0E14-4477-4276-A0D3-F3C35E0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چهار حوزه اصلی داده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F2140-0ECA-4094-8245-1C02432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6F774-8CDC-4722-B4BF-94D15F8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0A3B9-A35B-4F09-BBAD-B3DAB63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معماری سامانه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C0C01-87E7-4403-A927-3D77E242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CCC8-236B-484F-A2A5-E2FF276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E2AD5-673C-4A18-B881-331C99B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308F4-0BFC-4D7A-B3F5-9612EDB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9CBF1-6FC7-4421-95D7-7BA096BA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0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transactions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relationships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blocks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features/events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17656-5275-46F6-AB35-84982BA6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2D80C-A2A7-4D45-92DC-A1A34ED7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0A22F-E8BE-47D2-A772-6B3C198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891B2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91F4C-29FF-4915-93F2-C95F012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200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labels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entities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exchanges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clusters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AA0CB-24C6-4216-91CD-97B71E94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B1DD9-6E9D-46C1-BB1F-B5DE5722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5F243-D226-44E7-91F0-3346F33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5803D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Analytics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7952-BDF6-493F-901C-9F4E118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62250"/>
            <a:ext cx="200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exposure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holdings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snapshots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491C9-CABD-4008-B609-A5205E0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524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71BC2-FCDC-4201-8E43-34B1C864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A9EE4-5F22-4B6A-9E59-61A951B0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7C3AED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62B4E-4D99-41C3-AA49-45F2580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62250"/>
            <a:ext cx="200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feature snapshots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model registry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deployments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8812446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698A8-4259-42BA-A8FD-51BC8F5B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7D4F8-0269-4527-8301-29AF1CDE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67BFE-0539-46B9-979E-7184227E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از input در UI تا queryهای ClickHouse و گراف قابل مشاهده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1813A-A4AC-49BF-9571-E6EF0F4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05D7B-239E-47A5-9BCD-A0820FFA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7D78B-5472-4119-B837-CC718AA6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2E55C-4D84-4CEE-8311-11494E01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816516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D43F8-154C-4852-BD04-9FBE6C6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REQUEST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975D0-3830-4F02-BB14-B7031F60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مسیر کامل Wallet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3163A-C48C-4112-B7BB-4FC6DA1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DD3F0-BF4D-4054-8D44-17F9F66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E6A6C-AC0B-42DE-98DB-A61FB0F1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53A22-8899-4611-A75E-FF10CEE6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27E7A-8C5F-4B38-9652-BA0139D9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B83DE-BBCB-4425-B7AB-AB8223AA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4AD81-EF77-42D7-8FFE-B5759BA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CDB77-8937-477A-8824-1229B716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3D6C0-2DDF-483B-98C5-A845597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F2ADD-18A0-4999-B517-B020CC5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E358E-2259-4784-822E-E943F6A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CCE26-3BA3-4BFD-9373-9E572DD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fetch investigation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86608-C7EC-43F0-A4EF-44FBECC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75FED-6C38-4580-842C-F07F853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8EE90-4FBB-4F11-B7B8-164B3B55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BC5AF-5C25-4F65-B484-B12F56C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GET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2E5D4-64C2-43AA-9F85-4D18E73A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7FFC7-9F6B-4467-951B-3ED7BD0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6B32E-E7A0-431A-900A-C7F4CBD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35C31-E1B4-4619-93C0-DD1C8D4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normalize +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64285-B2D2-403F-89D5-813E7D0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F615A-28DB-4AAB-B031-1F1A8C5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BA1CB-EBD4-4CB8-81C6-CCF6E95A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16B19-D7C8-4638-800F-BC953EA1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try_join!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8B1CA-3BB7-464A-A420-00D4DD9C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80374-D5BD-48B5-AFBA-B14C20C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38490-0EDF-4927-8CD6-06C46F10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ClickHouse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BB184-B1B9-4174-AAF6-3F00FA78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canonical 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93F2E-E96C-41C1-ABEA-0FBDA17F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پاسخ JSON دوباره در state.investigation قرار می‌گیرد و renderAll() UI را به‌روزرسانی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12680537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75F86-0677-4B9B-B2C6-D296742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EXACT CODE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06CE9-3F3D-4C46-825B-F0C9E76A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۱) فراخوانی API از رابط کاربری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A68A7-A163-432B-8650-24335328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B73F7-A392-4600-B502-775ED32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3F954-25C9-4E50-99B7-9862CFF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BEA34-4AD4-403C-AA0A-B4EB42C5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42FE0-E2EC-44DC-BCE4-8D18737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592BB-A72C-401F-8236-4BF04568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89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web/index.html: selected request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FBFA9-12DF-4AA9-8FAD-6D1BB9F1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9342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686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1181:         const query = new URLSearchParams({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1182:           depth: String(depth),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1183:           limit: String(limit),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1184:           window_days: String(windowDays),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1185:           top_counterparties: '25',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1186:           max_events: '20000',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1187:           holdings_limit: '100'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1188:         });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1189:         const response = await fetch(`/api/tron/wallet/${encodeURIComponent(address)}/investigation?${query.toString()}`,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1190:           headers: { accept: 'application/json'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1198:         state.investigation = await response.json();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1199:         state.graph = state.investigation.graph;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1200:         state.holdings = state.investigation.holdings;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1201:         state.fingerprint = state.investigation.fingerprint;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1202:         state.activity = state.investigation.activity;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1203:         state.intelligence = state.investigation.intelligence;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1204:         state.dataQuality = state.investigation.data_quality;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1205:         state.pathResult = null;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1206:         state.selectedNodeId = state.graph.address;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1207:         els.activeAddress.textContent = state.graph.address;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1208:         if (!els.pathSource.value.trim())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1209:           els.pathSource.value = state.graph.address;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1210: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1211:         hydrateOperationFilter();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1212:         renderAll();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1213:         showToast('Investigation loaded.');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5F9F9-FF8A-405B-B935-A5BFAB1D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 و limit کنترل حجم graph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window_days پنجره fingerprint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holdings_limit حجم لیست دارایی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renderAll خروجی را روی UI می‌کشد</a:t>
            </a:r>
          </a:p>
        </p:txBody>
      </p:sp>
    </p:spTree>
    <p:extLst>
      <p:ext uri="{BB962C8B-B14F-4D97-AF65-F5344CB8AC3E}">
        <p14:creationId xmlns:p14="http://schemas.microsoft.com/office/powerpoint/2010/main" val="11987102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8EB75-51D6-4CB4-8735-CB555F1A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EXACT CODE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B9EFE-E5A9-46DE-B147-78D88790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۲) Router و Handler چه می‌کنند؟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EB805-918A-4D41-8DFF-58E2E76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B9451-AF17-49CA-B9AE-7FD3B0A7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0746B-1DF7-4874-A8F5-C0B4EED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21D29-E1F1-4FAB-91DA-BF0694B6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F82CE-AF89-4A76-B6A7-5BB85C9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89FF9-EC7D-4296-B20E-2B75327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src/router.rs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FBAF6-F187-4A00-8F50-3D8F607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6482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686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74:             "/api/tron/wallet/{address}/holdings",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75:             get(tron_wallet_holdings::tron_wallet_holdings),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76:         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77:         .route(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78:             "/api/tron/wallet/{address}/investigation",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79:             get(tron_wallet_investigation::tron_wallet_investigation),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80:         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81:         .route(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82:             "/api/analysis/tron/wallet/{address}",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83:             get(tron_wallet_analysis::tron_wallet_analysis_snapshot),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D74C0-0CD6-4AD3-AF5F-9611CBE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6769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D0F66-4B6D-4913-98F2-AD67505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handler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6369-F100-49A3-9251-0024D5D0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53721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67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23: pub async fn tron_wallet_investigation(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24:     Path(address): Path&lt;String&gt;,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25:     Query(params): Query&lt;WalletInvestigationQuery&gt;,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26: ) -&gt; Result&lt;Json&lt;WalletInvestigation&gt;, TronApiError&gt;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27:     let config = AppConfig::from_env();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28:     let address = normalize_wallet_address(&amp;address)?;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29:     let clickhouse = clickhouse_client(&amp;config);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30:     let options = WalletInvestigationOptions::new(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31:         params.depth,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32:         params.limit,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33:         params.window_days,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34:         params.top_counterparties,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35:         params.max_events,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36:         params.holdings_limit,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37:     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38: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39:     let investigation = build_wallet_investigation(clickhouse, &amp;address, options)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40:         .await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41:         .map_err(TronApiError::internal)?;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42: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43:     Ok(Json(investigation))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8A96-9BC5-4FE3-A51B-37659D25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Handler فقط orchestration HTTP است؛ queryهای واقعی در serviceها قرار دارند.</a:t>
            </a:r>
          </a:p>
        </p:txBody>
      </p:sp>
    </p:spTree>
    <p:extLst>
      <p:ext uri="{BB962C8B-B14F-4D97-AF65-F5344CB8AC3E}">
        <p14:creationId xmlns:p14="http://schemas.microsoft.com/office/powerpoint/2010/main" val="1139133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9D16B-7E58-4DB4-9878-3531788C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EXACT CODE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F2F3C-462D-46B9-809C-D721DF5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۳) ساخت موازی خروجی تحقیق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4E1E1-07D0-4EC4-9FC9-F6408C8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B6ED2-5C2B-4D05-88EC-B1D65A9A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B444-24AB-41C0-9404-4498BCF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D6350-BA5E-44FA-8B52-32FBB4D2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DA06A-FEC8-4D49-BF2B-1974D79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048500" cy="4714875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23D7-25F2-41BA-8237-71B0FB9A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70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wallet_investigation.rs:78-98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79BB3-244C-4684-81E7-DAD59A2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6743700" cy="420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78:     let (graph, holdings, fingerprint, activity, intelligence, exposure) = tokio::try_join!(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79:         build_wallet_flow_graph(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80:             clickhouse.clone(),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81:             None,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82:             address,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83:             options.graph_depth,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84:             options.graph_edge_limit,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85:         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86:         build_wallet_holdings(clickhouse.clone(), address, options.holdings_limit),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87:         build_wallet_fingerprint(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88:             clickhouse.clone(),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89:             address,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90:             options.window_days,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91:             options.top_counterparties,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92:             options.max_events,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93:         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94:         build_wallet_activity(clickhouse.clone(), address, options.window_days, Some(100)),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95:         load_wallet_intelligence(clickhouse.clone(), address),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96:         load_wallet_exposure_summary(clickhouse.clone(), address, Some(25)),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97:     )?;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98:     let ai_risk = build_disabled_wallet_ai_risk(&amp;fingerprint, exposure);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D0242-BA2D-4553-96D4-9A5331E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762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Graph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Holdings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Fingerprint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Activity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Intelligence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3413A-245B-41E7-BF90-05424AC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B91C1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B91C1C"/>
                </a:solidFill>
                <a:latin typeface="Consolas"/>
                <a:ea typeface="Consolas"/>
                <a:cs typeface="Consolas"/>
              </a:rPr>
              <a:t>line 81: None = بدون projection به Neo4j</a:t>
            </a:r>
          </a:p>
        </p:txBody>
      </p:sp>
    </p:spTree>
    <p:extLst>
      <p:ext uri="{BB962C8B-B14F-4D97-AF65-F5344CB8AC3E}">
        <p14:creationId xmlns:p14="http://schemas.microsoft.com/office/powerpoint/2010/main" val="2343789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E9D07-06E1-4F8A-AA9D-5D0C52D7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CLICKHOUSE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9507C-A308-425C-9895-290A39C4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۴) بازیابی یال‌ها از ClickHouse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8B66-D421-4734-A5CB-18025C27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4FD46-B236-453B-B1FB-690EB9C2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9BE1A-17F5-4BC8-9847-60691A1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8F2AB-8AF7-4EED-84C5-849DE26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296F5-208D-45CC-9178-3102E249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18418-3D17-49AF-A038-3048ADE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708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flow_graph.rs: selected query 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18053-78F0-4E6F-A9EB-93DD55C7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1247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2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563:     let rows = clickhouse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564:         .query(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565:             r#"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595:             FROM address_relationships_canonical AS ar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596:             LEFT JOIN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608:                 FROM transactions_canonical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609:             ) AS tx ON tx.tx_hash = ar.tx_hash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610:             LEFT JOIN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621:                 FROM exchange_flows_canonical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622:                 GROUP BY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628:             ) AS ef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629:                 ON ar.tx_hash = ef.tx_hash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630:                 AND ar.from_address = ef.from_address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631:                 AND ar.to_address = ef.to_address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632:                 AND ar.token_address = ef.token_address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633:                 AND ar.amount = ef.amount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634:             WHERE ar.from_address IN ? OR ar.to_address IN 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635:             ORDER BY ar.block_number DESC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636:             LIMIT 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637:             "#,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638:         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639:         .bind(addresses)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640:         .bind(addresses)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641:         .bind(limit)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642:         .fetch_all::&lt;RelationshipReadRow&gt;()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24DC0-75AD-4991-9042-F6D5B0D4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905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 address_relationships_canonical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JOIN transactions_canonical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JOIN exchange_flows_canonical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WHERE from IN ? OR to IN ?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fetch_all → Vec&lt;RelationshipReadRow&gt;</a:t>
            </a:r>
          </a:p>
        </p:txBody>
      </p:sp>
    </p:spTree>
    <p:extLst>
      <p:ext uri="{BB962C8B-B14F-4D97-AF65-F5344CB8AC3E}">
        <p14:creationId xmlns:p14="http://schemas.microsoft.com/office/powerpoint/2010/main" val="6412752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37E44-F271-4D4A-A6FF-199292A0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NEIGHBORHOOD BFS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FF73D-0643-4869-9F4F-5F60E6A6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۵) گسترش چندلایه گراف با BFS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10909-C216-4270-8D94-9109EB1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8692F-AFD5-44AD-98EE-46304DE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2E93-62E6-4B9D-B65F-F3CE34B8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D6FF0-BA20-4D73-A42C-3F98F2D9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FCF0B-7D05-4447-AEBC-D71A0C2E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1912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17EA3-3C8E-4AFD-A229-8103F819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load_relationship_neighborhood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82778-1756-4AB8-AF7A-4A134D33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886450" cy="41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651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511:     let mut frontier = vec![address.to_string()];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512:     let mut visited = HashSet::&lt;String&gt;::new();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513:     let mut edge_ids = HashSet::&lt;String&gt;::new();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514:     let mut edges = Vec::&lt;FlowEdge&gt;::new();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515: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516:     for current_depth in 0..depth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517:         frontier.retain(|address| visited.insert(address.clone()));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518:         if frontier.is_empty() || edges.len() as u64 &gt;= edge_limit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519:             break;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520: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521: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522:         let remaining = edge_limit.saturating_sub(edges.len() as u64);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523:         let rows = load_relationships_for_addresses(&amp;clickhouse, &amp;frontier, remaining).await?;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524:         let mut next_frontier = Vec::new();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527:         for row in rows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528:             let edge = relationship_row_to_edge(row);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529: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530:             if edge_ids.insert(edge.id.clone())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531:                 if current_depth + 1 &lt; depth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… selected lines 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541:                 edges.push(edge);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542:                 if edges.len() as u64 &gt;= edge_limit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543:                     break;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544:        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545:    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546: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547: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548:         frontier = next_frontier;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549:    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27BC0-CE94-4F5B-AF16-43B31D49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42991-62D1-4A1D-9D5B-D3B925D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Frontier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1B4E2-E138-4EFC-8A81-383593EB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wallet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D8B52-8581-4DDE-996B-8C3F1DAF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3429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E7783-6148-460C-B3CA-9893BD9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7F2A3-0588-48E0-976C-A620E0A7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CE91B-8843-4457-ACD0-391BAD76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in/out edges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B9214-2C63-474D-950F-D9EC57E9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67100"/>
            <a:ext cx="3429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D1DD8-CB22-48F7-B87A-FC601CC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DC7AA-DC34-420A-AAAE-BA437205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Dedup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0CC03-B3A2-45CD-BC1E-6D4E34B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edge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9E56F-0868-4D24-93F5-9CB6958D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33900"/>
            <a:ext cx="3429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19E88-738D-4FD4-953A-5052A56F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9DE31-F4A8-4876-A5AB-DCEB25AF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958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54712-8EE2-4CBC-9AE6-8CDC992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958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new wallets</a:t>
            </a:r>
          </a:p>
        </p:txBody>
      </p:sp>
    </p:spTree>
    <p:extLst>
      <p:ext uri="{BB962C8B-B14F-4D97-AF65-F5344CB8AC3E}">
        <p14:creationId xmlns:p14="http://schemas.microsoft.com/office/powerpoint/2010/main" val="18779472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31D61-A41C-4DFD-869F-A5A6BF24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DERIVED 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F515F-E670-452D-9E3A-12519E34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Holdings از کجا می‌آید؟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77B81-F0E2-445B-B4FF-6A20417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86E6F-7F89-44EB-972C-8315B2C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3EA7D-845C-4736-89C9-AA2BBEB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89FE6-1BBD-4E91-B32B-5B16D83C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94EA4-D704-469E-8D7E-F4F19EE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ECCC7-1FC4-41FA-BCCF-1399AD4D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C5D21-0317-465D-A581-C34B218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2FD1-25C8-4E72-B194-DBCE1C94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5AAC6-D3B6-4DF8-98B6-3C5856F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B28C0-8F3D-4C73-A10E-383DA298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0C840-EE00-4B06-B979-BA55C19A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Relationship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146F1-EA09-454F-8B9C-3AD4D3E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→ B 100 USDT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A50E9-C25C-4921-98D3-3C326507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38D2C-A851-4C54-B49E-138B09B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7CB6A-134C-4C83-83EB-FE55FF3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 MV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07694-3683-41C6-9231-861737F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A: -100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644BC-F2E5-4DB3-A432-1268FAF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9AB22-764E-444D-9671-B6281B6C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8728A-E097-4FFA-B449-C3C5F0E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 MV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9BAD1-5E17-4EFD-A6BF-5E6EC1AA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B: +100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AE7A2-DA0E-4E28-A445-54BE77D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A0FD3-C758-4ABA-A5F5-1A994B2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B491E-AB1B-43A6-A870-A82192F6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AE55E-0D11-4D9E-BD43-A47000D8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balance_raw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6E3B-AEDC-4ECD-956F-803073F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2C326-5A68-425E-B2B9-249B367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DADF8-A6F4-46C4-8ECA-088A07A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CCEAA-5F3A-4FB6-AC32-B9A9DDD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symbol/decimals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1881D-63F9-4E6F-8D95-FC9E18F6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balance_incomplete=1 یعنی تاریخچه از قبلِ شروع ingest کامل نیست؛ نه اینکه محاسبه SQL اشتباه است.</a:t>
            </a:r>
          </a:p>
        </p:txBody>
      </p:sp>
    </p:spTree>
    <p:extLst>
      <p:ext uri="{BB962C8B-B14F-4D97-AF65-F5344CB8AC3E}">
        <p14:creationId xmlns:p14="http://schemas.microsoft.com/office/powerpoint/2010/main" val="11012590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C71ED-33F7-4FB2-9F3D-5ADD9A12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1D1E1-E828-4A52-BFD7-429FA13C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Fingerprint و Activity چه می‌سازند؟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84DB2-5D58-42E0-81B4-98DC3668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115FB-BCF4-4247-958C-2B0F3E4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3B147-26CF-49A6-B5A3-2877D92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F1362-07FB-44D9-925E-7BB4AAFA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4DA6B-13C9-43F9-B336-B4CD66EA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A5C94-A642-48B6-B262-7C49CE0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36651-9EF0-49CC-94F2-A90ED160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Fingerprint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5FBEE-D768-4848-AD23-17CB4FD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incoming / outgoing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counterparty concentration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 cadence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swap / bridge ratios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exchange interactions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245DA-E170-4724-BD46-EE9BAB68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15803D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5F405-3150-427A-9B9D-6F68988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transfer timeline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 events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protocol + detector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asset in / out</a:t>
            </a:r>
          </a:p>
          <a:p xmlns:a="http://schemas.openxmlformats.org/drawingml/2006/main">
            <a:pPr marL="24" indent="-14" algn="l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tx evidence</a:t>
            </a:r>
          </a:p>
        </p:txBody>
      </p:sp>
    </p:spTree>
    <p:extLst>
      <p:ext uri="{BB962C8B-B14F-4D97-AF65-F5344CB8AC3E}">
        <p14:creationId xmlns:p14="http://schemas.microsoft.com/office/powerpoint/2010/main" val="20029165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E1CCE-D1C8-4AD9-A01E-F5987DFF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INTELLIGENCE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CBC22-F997-4640-9280-C37E6B5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Entity، Exchange، Cluster و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0DEF8-58B6-4DB7-8902-2B6B295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57B61-FBA6-43C1-AF15-767D5EB0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A5BB9-3FA6-4B42-B873-943E0F8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8AA1B-41D8-45C9-B05A-F443D5E3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B13BD-8111-4FE5-A61D-1488F26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E1364-64DB-4832-9349-2272187A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4A410-6BBA-45B6-96F6-F1C6A68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C9527-15FF-4CAB-96C7-FE039F4B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237172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DEFD8-2823-4F01-B893-05979F2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C91D2-471C-4296-AABF-17056A0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A1E1D-AC68-4272-877D-21B3DB1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87BAD-A9B0-4567-90B6-0DD3ED3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name +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0D09C-A64D-4EF4-BDBC-B6A286F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6A73B-3AAE-4A0B-8DC5-DAA7A368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7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7637E-0418-4A07-9CBB-8BFD4A8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9BCC5-3724-4161-9251-416B845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resolved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505B6-B2C3-4D5E-A7F0-5EC6F23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40EAA-32CF-48A2-A5D1-83B56E61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B87D8-EDEB-446A-B98E-077C491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F8C11-5EB8-4AAF-9A71-131A898C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related addresses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0B808-F963-477B-953A-8C85024D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EFBC5-67BB-4C3F-B073-5C6E1795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E1A84-EC84-496C-8379-9D392B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F163B-2384-4A18-ABD5-828BD974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reviewed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0B8FC-6AC1-480F-B850-79EF21B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C756A-7A4E-4B85-B170-A84DF038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952625"/>
            <a:ext cx="20269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56C44-4150-4E63-9EB9-2F3AC62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43125"/>
            <a:ext cx="1836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34869-849D-4D1B-A5CE-7090DA6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543175"/>
            <a:ext cx="18745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distance + paths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B44B7-DEB9-47AF-AED1-C697BF7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review_status و source provenance مانع تبدیل حدس خام به حقیقت عملیاتی می‌شوند.</a:t>
            </a:r>
          </a:p>
        </p:txBody>
      </p:sp>
    </p:spTree>
    <p:extLst>
      <p:ext uri="{BB962C8B-B14F-4D97-AF65-F5344CB8AC3E}">
        <p14:creationId xmlns:p14="http://schemas.microsoft.com/office/powerpoint/2010/main" val="19842277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0B93B-F2F1-4B55-A368-6C736868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PATH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8DE3F-1A5F-4B12-A692-7DB804F4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مسیر بین دو کیف پول تا ۱۰ 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25B42-B8C5-4128-A53D-21BC26DA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76A4C-5D8A-4C3D-A2F1-C82E96E6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D6EA7-87B7-48CF-B8C5-9F8DE127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447D9-9C1B-447E-A8B5-4567701B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A25E5-33A2-4189-A0FC-DA181040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۱۰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08392-7C87-4D86-B9D1-4823A95D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حداکثر عمق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4A2F8-F6BD-420B-80E4-6F25B7B7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۵۰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2E777-E596-4752-A52B-EDAEEE6E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حداکثر تعداد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E076A-4B34-4C41-B432-CD74501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۲۰۰۰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5A5F6-BF38-4773-AE61-B6DDCD8E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حداکثر edge هر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49794-42F3-4D99-81A6-5611989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source → intermediate 1 → ... → intermediate 9 → target</a:t>
            </a:r>
          </a:p>
        </p:txBody>
      </p:sp>
    </p:spTree>
    <p:extLst>
      <p:ext uri="{BB962C8B-B14F-4D97-AF65-F5344CB8AC3E}">
        <p14:creationId xmlns:p14="http://schemas.microsoft.com/office/powerpoint/2010/main" val="13733052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5DB22-ACE8-4D7E-8930-FAEB295E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CRITICAL DISTINCTION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5B61-CE9A-49C2-A7C7-089E6214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Search معمولی با Neo4j import یکی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1A7A0-2370-4B59-872C-DE0AE9A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949F1-9DAF-4322-93D5-D1A751D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4785-6915-4283-9DE6-66407E2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7CFA3-D832-489C-8F59-C642D68E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E702-860C-4805-A36A-106EBB9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634E4-7039-4127-AAED-5E25464D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B560D-4B79-446D-A01F-5F45D4E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15803D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15803D"/>
                </a:solidFill>
                <a:latin typeface="Consolas"/>
                <a:ea typeface="Consolas"/>
                <a:cs typeface="Consolas"/>
              </a:rPr>
              <a:t>GET investigation /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1963D-8BF0-43EF-9D51-674D7F3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ClickHouse read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neo4j = None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JSON nodes + edges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UI renders locally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بدون write به Neo4j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7C5AC-D65E-454F-AD4E-11B3DDD1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7C3AED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7C3AED"/>
                </a:solidFill>
                <a:latin typeface="Consolas"/>
                <a:ea typeface="Consolas"/>
                <a:cs typeface="Consolas"/>
              </a:rPr>
              <a:t>POST neo4j/import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5E454-D38B-43C5-967C-2C6AD00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ClickHouse read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neo4j = Some(client)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UPSERT wallet nodes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MERGE typed edges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Neo4j Browser ready</a:t>
            </a:r>
          </a:p>
        </p:txBody>
      </p:sp>
    </p:spTree>
    <p:extLst>
      <p:ext uri="{BB962C8B-B14F-4D97-AF65-F5344CB8AC3E}">
        <p14:creationId xmlns:p14="http://schemas.microsoft.com/office/powerpoint/2010/main" val="2937572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5810C-2583-4363-91E7-D38D5480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EXACT NEO4J WRITE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F2FDE-B1BC-47C2-821C-55C1E3D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دقیقاً کدام خط به Neo4j می‌نویسد؟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13E52-610C-49E2-9330-32757E9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E0387-01BE-4869-BD6D-354818E4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98F06-20D5-4E8C-9FC0-75D61FA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31846-E6C2-47F0-81D9-8ECD805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C1275-BE67-4A46-A639-FE2BDABE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29EFF-0F23-4590-80E2-094D4C66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Caller: flow_graph.rs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9F04E-2AED-4AB4-8293-2DABED1B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292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52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182:         if let Some(neo4j) = neo4j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183:             upsert_wallet_with_metadata(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184:                 neo4j,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185:                 &amp;node.id,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186:                 &amp;node.label,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187:                 &amp;node.node_type,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188:                 node.entity_name.as_deref(),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189:                 node.entity_type.as_deref(),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190:                 node.exchange_name.as_deref(),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191:                 node.exchange_role.as_deref(),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192:                 node.cluster_id.as_deref(),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193:                 node.cluster_role.as_deref(),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194:                 node.confidence,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195:             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196:             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197:    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198: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199:         nodes.push(node);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200:    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201: 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202:     if let Some(neo4j) = neo4j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203:         for edge in &amp;edges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204:             merge_transfer_edge(neo4j, edge).await?;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205:        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3526F-C3E1-4BB5-A6D0-5444D3F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76375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EB1FC-8D5F-4C22-A3D2-EF388706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Cypher: edges.rs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9074F-C6FE-45E3-AB89-A55B9F5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50292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362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24:     let q = query(&amp;format!(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25:         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26:         MERGE (a:Wallet {{ chain: 'tron', address: $from }})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27:         SET a:TronAddress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28:         MERGE (b:Wallet {{ chain: 'tron', address: $to }})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29:         SET b:TronAddress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30:         MERGE (a)-[t:{relationship_type} {{ id: $edge_id }}]-&gt;(b)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31:         SET t.tx_hash = $tx_hash,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32:             t.token = $token,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33:             t.amount = $amount,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34:             t.block_number = $block_number,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35:             t.timestamp = $timestamp,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36:             t.transfer_type = $transfer_type,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37:             t.operation_type = $operation_type,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38:             t.relationship_type = $relationship_type,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39:             t.protocol = $protocol,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40:             t.initiator_address = $initiator_address,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41:             t.target_address = $target_address,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42:             t.contract_address = $contract_address,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43:             t.contract_type = $contract_type,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44:             t.transaction_fee = $transaction_fee,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45:             t.energy_usage_total = $energy_usage_total,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46:             t.net_usage = $net_usage,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47:             t.execution_status = $execution_status,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48:             t.transaction_type = $transaction_type,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49:             t.transaction_subtype = $transaction_subtype,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50:             t.classification_confidence_bps = $classification_confidence_bps,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51:             t.classification_source = $classification_source,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52:             t.method_id = $method_id,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53:             t.is_contract_call = $is_contract_call,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54:             t.exchange_flow_type = $exchange_flow_type,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55:             t.exchange_name = $exchange_name,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56:             t.exchange_confidence_bps = $exchange_confidence_bps,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57:             t.chain = 'tron'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58:         ",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6092D-242D-4E98-9AAE-7E558D05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B91C1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B91C1C"/>
                </a:solidFill>
                <a:latin typeface="Consolas"/>
                <a:ea typeface="Consolas"/>
                <a:cs typeface="Consolas"/>
              </a:rPr>
              <a:t>Actual execution: neo4j.graph.run(q).await  →  edges.rs:102-105</a:t>
            </a:r>
          </a:p>
        </p:txBody>
      </p:sp>
    </p:spTree>
    <p:extLst>
      <p:ext uri="{BB962C8B-B14F-4D97-AF65-F5344CB8AC3E}">
        <p14:creationId xmlns:p14="http://schemas.microsoft.com/office/powerpoint/2010/main" val="15791009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39259-A3D2-4AFA-AACE-F84497AE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DELIBERATELY DISABLED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08457-2B83-429D-B1DB-DF548C4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وضعیت فعلی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F71C0-DB6A-4F87-82A5-18361C0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520D0-A0D0-4397-B701-DCEB6CD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2CC25-69A1-4336-85B7-AA4AD52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0E6FD-1095-47CC-8F11-3428F08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435B4-FD7D-48CF-BE09-9F2FE81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C00D5-BC0D-49A0-B896-F13A0432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Current UI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FFCB3-3A5F-43E7-A3FE-07EC9CE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54102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56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94:         build_wallet_activity(clickhouse.clone(), address, options.window_days, Some(100)),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95:         load_wallet_intelligence(clickhouse.clone(), address),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96:         load_wallet_exposure_summary(clickhouse.clone(), address, Some(25)),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97:     )?;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98:     let ai_risk = build_disabled_wallet_ai_risk(&amp;fingerprint, exposure);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99:     let data_quality = build_data_quality(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100:         &amp;graph,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101:         &amp;holdings,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BD657-B074-464B-BE1C-36C9BE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71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Feature schema موجود است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Model registry موجود است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PyTorch MLP artifact قابل اجراست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ولی investigation → DISABLED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فعالسازی باید پس از train و calibration باشد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C4075-C8B2-41CD-9268-6ED896C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وجود جدول ML به معنی فعال بودن prediction در UI نیست.</a:t>
            </a:r>
          </a:p>
        </p:txBody>
      </p:sp>
    </p:spTree>
    <p:extLst>
      <p:ext uri="{BB962C8B-B14F-4D97-AF65-F5344CB8AC3E}">
        <p14:creationId xmlns:p14="http://schemas.microsoft.com/office/powerpoint/2010/main" val="7914280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60356-9BB5-4F7D-AB72-CE6ED92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PRODUCTION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50F75-5421-491E-B143-3B1129E8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قابلیت‌های reliability و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169BF-C7BD-4149-82AA-6AA10F5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A7980-E88F-42F1-8229-5322F43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902E9-1556-4C09-9E77-2D28874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D468D-8AB6-4025-97A2-CBACCF4F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9334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619750"/>
              </a:tblGrid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کنترل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ingested_blocks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و hash هر بلاک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ingestion_failures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مرحله خطا، retryable و resolution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sync_state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checkpoint پس از flush موفق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tron_replay_blocks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بازپردازش محدوده مشخص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737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FinalizedHashConflict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توقف روی تعارض شواهد نهایی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2530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F4447-F821-4CBD-BEED-9A646762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DEMO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C6096-FDEC-4DD2-AE43-D366DF7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سناریوی پیشنهادی برای ارائه زنده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28ED9-0CED-4491-8AF1-B37A0783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B84E8-6859-4AC0-B35E-67D36B3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3F980-B7A6-458F-8F6E-9EC3CD0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جست‌وجوی کیف پول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FE6C5-679C-43EE-9F32-F6552EEE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D00D6-ECB4-41AF-913B-E47AE048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76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۱. بررسی /ready و ingestion health</a:t>
            </a:r>
          </a:p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۲. جست‌وجوی یک wallet و مشاهده graph</a:t>
            </a:r>
          </a:p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۳. بررسی Holdings و metadata gaps</a:t>
            </a:r>
          </a:p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۴. توضیح Fingerprint و semantic events</a:t>
            </a:r>
          </a:p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۵. جست‌وجوی source → target تا ۱۰ hop</a:t>
            </a:r>
          </a:p>
          <a:p xmlns:a="http://schemas.openxmlformats.org/drawingml/2006/main">
            <a:pPr marL="24" indent="-14" algn="r">
              <a:lnSpc>
                <a:spcPct val="135000"/>
              </a:lnSpc>
              <a:buNone/>
              <a:defRPr sz="20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۶. اجرای POST Neo4j import و بازکردن Browser</a:t>
            </a:r>
          </a:p>
        </p:txBody>
      </p:sp>
    </p:spTree>
    <p:extLst>
      <p:ext uri="{BB962C8B-B14F-4D97-AF65-F5344CB8AC3E}">
        <p14:creationId xmlns:p14="http://schemas.microsoft.com/office/powerpoint/2010/main" val="14272188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80691-1E10-40FC-82A8-D22417A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CB7C5-B7BC-4EF5-8F7C-DFEE9B9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03B13-DD67-4BF5-803E-7E49756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هر فایل در کدام بخش قرار دارد و چرا نوشته شده است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A7280-759D-4ADA-9410-E31FB38E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D1469-ACDA-4D7D-AD97-C5378AB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2C960-90E7-49DE-A50A-448A69A5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9849E-AEA6-4BCA-8799-C8EC557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67227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68D4A-6CBA-44EF-B3A1-68273BE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82A28-9D9C-4034-8C3F-7AA986D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1/10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28E3-A216-4D97-B6F6-D49247E5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A8709-3432-47A5-8B70-31B6E6F4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41509-C46C-4B70-A84C-24BF1AD1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3429-37E1-4B94-B510-C7978D6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52BA8-4D26-4B6E-8646-640A3F6F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src/bin/tron_benchmark_ingestion.rs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benchmark ingestion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src/bin/tron_discover_address_clusters.rs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discover address clusters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src/bin/tron_export_wallet_graph.rs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export wallet graph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src/bin/tron_graph_api.rs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graph api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src/bin/tron_ingest_entity_labels.rs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ingest entity labels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src/bin/tron_propagate_exposure.rs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propagate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src/bin/tron_register_intelligence_source.rs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register intelligence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src/bin/tron_replay_blocks.rs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replay blocks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src/bin/tron_review_intelligence.rs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review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src/bin/tron_token_metadata_worker.rs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ابزار CLI عملیاتی: tron token metadata worker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src/config.rs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خواندن env/default و کنترل 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589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5005A-70E1-4272-B07D-40A1252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EA60-3E85-4F7B-A94F-CA8AD5E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2/10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6DCA-790D-42BC-AA39-EF6CAC50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053CA-A481-48E7-827E-34366D3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4EE0E-0A65-4FC6-A33E-B585C0D2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57EA5-FB28-4F5B-8403-0D56D9E2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38FE7-E5BC-44E4-8910-87C66CD3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src/db/mod.rs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src/db/sync_state.rs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خواندن و نوشتن last_synced_block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src/db/tron_schema.rs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اعتبارسنجی schema زنده در برابر SQL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src/handlers/dashboard.rs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dashboard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src/handlers/health.rs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mod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src/handlers/status.rs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src/handlers/tron_common.rs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common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src/handlers/tron_graph.rs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graph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src/handlers/tron_ingestion_health.rs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ingestion health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src/handlers/tron_wallet_ai_risk.rs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ai risk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2837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5CF25-16EC-4277-8A04-32547F8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320BA-1252-43A2-A0EA-A1392F08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3/10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BAA32-5176-4121-A6DB-23AA497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464E7-BFBE-4379-8487-B31B476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53B9F-50BE-428E-B7ED-03ED3E01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AF723-FBA2-48BF-8FF8-006F33E8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B7E0D-EA86-4833-91EA-347B1E06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src/handlers/tron_wallet_analysis.rs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analysis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src/handlers/tron_wallet_fingerprint.rs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fingerprint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src/handlers/tron_wallet_holdings.rs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holdings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src/handlers/tron_wallet_investigation.rs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investigation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src/handlers/tron_wallet_paths.rs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handler HTTP برای tron wallet paths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src/helper/mod.rs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src/helper/tron.rs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کلاینت HTTP/RPC برای block، receipt و metadata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src/lib.rs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ماژول‌ها برای API و binaryهای جانبی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src/main.rs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entrypoint سرویس ingestion؛ اجرای run_tron_loop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مدل‌های داده این پوشه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src/models/token_metadata.rs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token_metadata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1518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37FE6-68A1-45B6-AB9A-AB12FF5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8B43A-43A5-4C58-85C9-CEFAE51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4/10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4B347-1E87-4667-934D-0D755AD8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4A445-9568-4D64-AB16-5F43CF49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EF910-5B7A-4137-A847-F175F7BC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53283-15A2-4554-9062-84EC3569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60673-BC22-4845-B936-15E763E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src/models/tron/exchange.rs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exchange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src/models/tron/exposure.rs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src/models/tron/intelligence.rs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مدل‌های داده این پوشه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src/models/tron/modules.rs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src/models/tron/relationship.rs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ساختارهای Rust/ClickHouse مربوط به relationship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src/progress/core.rs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ماژول پشتیبان 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src/progress/mod.rs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src/router.rs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تعریف routeهای Axum و اتصال به handler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src/services/loader.rs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 dependencyها، clientها، limiter و batcherها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338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08842-C27C-4613-BD2B-5E7D6AD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95C9E-C6F3-4A74-8A8D-58B1525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5/10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E99D2-7A40-4FD1-93A3-928A608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9074-E1AF-4780-AF51-92959B5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87866-7A09-4D07-A091-D685452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18FBD-8539-484F-B9F0-0B3726D0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18013-8383-4DCA-8007-F5762FA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src/services/sync_logic.rs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محاسبه start block براساس sync mode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src/services/tron/address_clustering.rs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claim، review و membership خوشه‌ها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src/services/tron/aml/bridge_detector.rs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bridge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src/services/tron/aml/flow_engine.rs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flow_engine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src/services/tron/aml/liquidity_detector.rs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liquidity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src/services/tron/aml/mint_burn_detector.rs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mint_burn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detectorهای AML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src/services/tron/aml/swap_detector.rs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swap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src/services/tron/aml/types.rs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detector semantic برای types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src/services/tron/analytical_node.rs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 و ذخیره analysis snapshot + evidence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src/services/tron/batcher/generic.rs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batcher عمومی thread-safe و flush دوره‌ای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15664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6725-811D-4979-A375-C8E8354D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25A95-802B-4566-A4C3-BEDBE39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6/10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CD195-B2CF-41C6-99F1-D51F916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8CD39-A30E-4B75-BAFF-A0B6A19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69802-8545-4F76-8361-501755B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422F-5573-4BA1-B441-BBF2C77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4F2BA-6D6B-4ECE-B307-9B87FE5D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src/services/tron/batcher/impls.rs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نگاشت row typeها به نام جدول ClickHouse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ماژول‌های batcher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src/services/tron/batcher/relationships.rs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type alias batcher جدول relationships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src/services/tron/batcher/semantic_events.rs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type alias batcher جدول semantic_events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src/services/tron/batcher/token_metadata_discoveries.rs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type alias batcher جدول token_metadata_discoveries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src/services/tron/batcher/traits.rs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قرارداد BatchInsert و نام جدول مقصد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src/services/tron/batcher/transaction_features.rs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type alias batcher جدول transaction_features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src/services/tron/batcher/transactions.rs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type alias batcher جدول transactions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src/services/tron/entity_intelligence.rs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resolve label/entity/exchange/cluster برای wallet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src/services/tron/exposure/mod.rs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exposure engine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src/services/tron/exposure/propagation.rs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exposure engine: propagation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7285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443DA-449A-4E1E-A80C-40C52CD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E065-5902-45C5-B256-019F9EDD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7/10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2418-C518-413B-9C50-9595B42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5AF8F-8337-4D85-894C-8394474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49BE4-77C1-4322-AF53-CBE832D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8CC5C-6DE2-46FF-B9B4-516C942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0197F-CED3-40A2-9DF6-32E7A30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src/services/tron/exposure/scorer.rs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exposure engine: scorer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src/services/tron/fetcher.rs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دریافت بلاک، process_tx، flush و ثبت بلاک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src/services/tron/ingestion_health.rs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محاسبه health و lag ingestion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src/services/tron/ingestion_state.rs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canonicality، block ledger و failure state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src/services/tron/neo4j/client.rs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اتصال Neo4j و ایجاد constraint/index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src/services/tron/neo4j/edges.rs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MERGE رابطه‌های typed در Cypher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src/services/tron/neo4j/flow_graph.rs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query ClickHouse، BFS/path و projection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ماژول Neo4j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src/services/tron/neo4j/nodes.rs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UPSERT nodeهای wallet/entity/exchange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src/services/tron/neo4j/types.rs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DTOهای node/edge/path پاسخ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3789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942F4-DD1B-40C5-88DF-2A381644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15F4-3FBC-4D63-9A30-AB0F0B7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8/10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F1F7E-2A80-4E0A-B9C2-DE25D3D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C6571-76C2-445E-9A4B-60F0F6B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03A7B-0F11-4648-863D-62D7D0D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9747-517C-4675-AC0D-B5D7FC25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9FE62-A823-412D-AEC2-6F7E9EA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src/services/tron/observation_window.rs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مرزبندی زمانی queryهای رفتار wallet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src/services/tron/performance.rs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جمع‌آوری metricهای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src/services/tron/relationship_builder.rs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تبدیل transfer به address_relationship row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src/services/tron/risk_math.rs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توابع عددی مشترک risk/confidence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src/services/tron/semantic_event_builder.rs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تبدیل detector output به semantic_aml_events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src/services/tron/transaction_type.rs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 transaction_type/subtype نهایی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src/services/tron/transfer_extractor.rs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استخراج TRX/TRC10/TRC20/internal transfer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src/services/tron/tron_classifier/classifier.rs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classifier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src/services/tron/tron_classifier/confidence.rs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src/services/tron/tron_classifier/flow_analyzer.rs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flow analyzer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src/services/tron/tron_classifier/method_decoder.rs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method decoder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3688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42BBA-9D28-4407-AB6F-B1373BC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E7B5-5552-442C-B96C-44061F2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9/10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CA5E9-1334-4C69-AE7A-96D5B230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D3312-92C3-47BE-ACBA-61494397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F1EB5-2369-4653-A1B4-9EE3B368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7F910-118C-4455-A177-E89E6F6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4E628-8338-43E5-8115-4F7EE247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export classifier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src/services/tron/tron_classifier/protocol_detector.rs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protocol detector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src/services/tron/tron_classifier/registry.rs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registry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src/services/tron/tron_classifier/types.rs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بخش classifier: types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src/services/tron/tron_metadata_worker.rs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دریافت و upsert metadata توکن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src/services/tron/wallet_activity.rs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ساخت timeline انتقال و semantic events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src/services/tron/wallet_ai_risk.rs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feature snapshot، model load و inference/persistence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src/services/tron/wallet_exposure.rs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خواندن summary و pathهای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src/services/tron/wallet_fingerprint.rs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محاسبه fingerprint رفتار wallet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src/services/tron/wallet_holdings.rs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query موجودی مشتق‌شده و metadata gap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src/services/tron/wallet_investigation.rs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تجمیع unified investigation response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1659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471F5-058C-43F1-B532-F68EE00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CODE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22AC9-F392-47F1-93E4-97CCD40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نقشه فایل‌های Rust · 10/10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4F6F0-BCBE-4131-9FD3-3D724D7D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8A9EF-6131-40CA-9105-15BFECE5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FF849-8DFF-4198-9227-1C06B1C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نقشه کد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A4D32-DAD4-465F-BAFB-BB34B79D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FF7A9-1DC3-467B-A9BD-FE90B9C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ستون اول مسیر فایل و ستون دوم نقش آن در معماری فعلی است.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96050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فایل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مسئولیت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src/tasks/exposure_task.rs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اجرای دوره‌ای یا دستی exposure propagation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src/tasks/fetch_loop.rs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چرخه Auto/Backfill، retry و checkpoint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src/tasks/mod.rs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src/utils/mod.rs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اعلام و export زیرماژول‌های پوشه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src/utils/tron_address.rs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تبدیل و اعتبارسنجی آدرس‌های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48970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F570F-7651-42D8-8818-4C219C6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1BCF5-197A-4B11-9464-FA5D66A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AF368-4753-42F6-94D9-66F64B1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۳۰ جدول، ۳۶۸ ستون و ۶ شیء مشتق‌شده؛ همراه با producer و consumer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D407F-7CA9-48A6-938D-D0C748A0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AD2F-9DF1-4563-AE74-335A7A47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58E1B-304A-480C-AC1C-3F14D391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46BC-00BA-4A6A-AB74-C8A46DB2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115833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77286-0B4D-4749-861E-67FAE0A1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C1967-6C05-44D0-A868-FCA76BC5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نوع‌های مهم ClickHouse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DFD8B-5F17-4F85-BA64-AD342AD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3C6EA-4609-4381-9DD4-FF00DA73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B10E8-D639-41CB-8478-1893258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29FBC-A3E3-401A-9E5C-B9D6ECB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43000" y="1476375"/>
          <a:ext xmlns:a="http://schemas.openxmlformats.org/drawingml/2006/main" cx="9906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6381750"/>
              </a:tblGrid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آدرس، hash، JSON یا متن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رشته‌های تکراری با dictionary compression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UInt8 / UInt16 / UInt32 / 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flag، count و block 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amount و fee بدون overflow معمول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Float32 / Float64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confidence، probability و metric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با دقت میلی‌ثانیه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لیست evidence و reference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7037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6453E-95D8-4E4E-96DC-3FE3F388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SQL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75301-CC9D-4519-AEC5-02131F2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Engine، FINAL، Partition و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151FC-85AE-4CBF-8592-2425514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140E4-EF6F-437F-8AE5-EFB9A46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41D8B-69CF-42CB-90FB-3880512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341DE-0A86-4A33-A5C8-C6C6FA70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43000" y="1476375"/>
          <a:ext xmlns:a="http://schemas.openxmlformats.org/drawingml/2006/main" cx="9906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667500"/>
              </a:tblGrid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مفهوم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اثر عملی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dedup/versioning بر اساس ORDER BY و زمان نسخه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FINAL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دیدن نسخه canonical پس از replacement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PARTITION BY month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حذف partition و scan زمانی کارآمد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ORDER BY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کلید فیزیکی مرتب‌سازی و pruning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bloom_filter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کاهش scan برای address و tx 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set index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فیلتر فیلدهای کم‌تنوع مانند status/type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83406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CODEC(ZSTD)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فشرده‌سازی JSON و متن خطا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355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BB688-6DE4-48DB-B595-5611736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30 BASE 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79C8E-AC8F-48D3-9AA3-64C8BBBD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فهرست جدول‌های پایه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C942B-F87E-4D1B-B587-81C73F8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D4837-FAA5-4161-9CE3-36C5988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17E71-F00D-4915-96BA-963E5DC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259C0-2CC3-4185-BA66-0962864F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90909-08DF-40B8-8533-02424C35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256FA-0CA4-4A52-BC72-BE4E2A2F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304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01. address_cluster_claims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02. address_cluster_memberships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03. address_entity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04. address_exposure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05. address_relationships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06. analysis_subjects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07. cluster_versions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08. entity_labels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09. exchange_addresses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10. exposure_runs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526AC-5520-47D1-897C-DA47AA56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C8E12-14E4-48C3-BE21-8D875D8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304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11. exposure_seeds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12. ingested_blocks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13. ingestion_benchmarks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14. ingestion_failures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15. intelligence_reviews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16. intelligence_sources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17. semantic_aml_events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18. sync_state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19. token_metadata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20. token_metadata_discoveries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7120-6379-43B7-8FBA-27E8DE9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DD291-D3B1-4DBE-A789-8E718A8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304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21. token_metadata_jobs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22. transaction_features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23. transactions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24. wallet_analysis_evidence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25. wallet_analysis_snapshots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26. wallet_asset_balance_deltas_v3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27. wallet_ml_feature_snapshots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28. wallet_ml_model_deployments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29. wallet_ml_model_registry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30. wallet_ml_predictions</a:t>
            </a:r>
          </a:p>
        </p:txBody>
      </p:sp>
    </p:spTree>
    <p:extLst>
      <p:ext uri="{BB962C8B-B14F-4D97-AF65-F5344CB8AC3E}">
        <p14:creationId xmlns:p14="http://schemas.microsoft.com/office/powerpoint/2010/main" val="38367625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E72A4-6D3D-4219-B532-5A842B3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246F-5954-4E51-AAF2-4113B9D7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address_cluster_claims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E8B17-C5B9-4265-816F-33B80EC6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F122F-4088-4AE5-8D5E-7BDDD8A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10FE8-E18F-4BC7-9C9A-0E923E9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9AF8B-F93A-401F-926E-AAECE7DD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C046B-3798-4096-B565-E8C4B40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ادعای خام برای هم‌خانواده بودن چند آدرس  |  تولید: tron_discover_address_clusters / analyst import  |  مصرف: review و ساخت membership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claim_id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ادعای خوشه‌بندی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خوشه آدرس‌ها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خوشه؛ service، exchange، wallet-family و غیره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address_role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نقش آدرس در نهاد یا خوشه؛ مانند deposit/hot/owner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claim_method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روش تولید claim؛ heuristic، manual یا imported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داده یا تصمیم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source_record_id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رکورد در سامانه منبع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evidence_tx_hashes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تراکنش‌های پشتیبان claim خوشه‌بندی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evidence_addresses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آدرس‌های پشتیبان claim خوشه‌بندی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6927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3C4E2-A3D8-4166-8BE8-8531B014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8A119-A044-4C7C-BBA7-1AA9A242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address_cluster_claims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B9CB3-EF0D-4C7D-A626-0B420B2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F6F27-21B7-44DB-9493-AE012830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DB025-C0AA-46E1-8C8C-EE6E196E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8AE82-7937-4358-A4FE-996A5259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AC34E-661E-4E8E-A1E7-6CE7115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ادعای خام برای هم‌خانواده بودن چند آدرس  |  تولید: tron_discover_address_clusters / analyst import  |  مصرف: review و ساخت membership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جزئیات ساختاریافته شاهد detector یا claim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supersedes_claim_id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claim قبلی که این رکورد جایگزین می‌کند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review_status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بررسی label/claim؛ pending/approved/rejected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created_by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عامل یا کاربری که رکورد را ایجاد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30910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77EA4-D01C-4B2E-8B00-975BA04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EBB0-2B9D-4D44-BCD2-555DD08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address_cluster_memberships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F2171-96BF-466A-851C-F4C94A37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20DC-BBE3-4F7E-9F96-40C388C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67281-CBD4-4AF2-ADF0-D2B6B1B3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78FF-EA09-4B3C-A5E1-5A54FEE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E4A6-39C6-46D8-8D85-A1BB7EC2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عضویت تأییدشده و نسخه‌دار آدرس در خوشه  |  تولید: clustering review pipeline  |  مصرف: graph metadata و entity intelligence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خوشه آدرس‌ها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خوشه؛ service، exchange، wallet-family و غیره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address_role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نقش آدرس در نهاد یا خوشه؛ مانند deposit/hot/owner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source_claim_id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claim سازنده membership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review_id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تصمیم بازبینی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شماره نسخه membership خوشه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is_active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فعال بودن رکورد؛ ۱ فعال و ۰ غیرفعال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334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4C21D-70BE-42E2-BAE2-3A99545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BF292-B340-4AD6-B1CC-BB1C4745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address_entity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FD151-184C-49D5-BB54-0FC1220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331A-BD06-4125-9B10-D090CF66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04D14-64F9-45D9-822A-4A4AFB4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E7917-2AF9-4031-9EF8-01082FA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06CE2-CB4B-43D9-B462-B16BB9C2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نگاشت سریع آدرس به شخصیت یا سازمان  |  تولید: label ingestion / intelligence review  |  مصرف: UI، fingerprint و graph node metadata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نهاد واقعی یا سازمان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انسانی نهاد؛ مانند نام صرافی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نهاد؛ exchange، mixer، scam، service و غیره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داده یا تصمیم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is_active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فعال بودن رکورد؛ ۱ فعال و ۰ غیرفعال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به وقت ClickHouse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65666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AEA0F-9ADB-4948-A606-D062A3F6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L70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1D2BB-425C-417C-A064-5589BD5C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address_exposure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1F679-C865-402A-B3B5-1164233B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B16D3-EA2E-429B-B09E-1D0D09A4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657AD-6F84-4DE1-913A-C192468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D4F91-A29A-4603-9AAF-73D1188F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11CC7-1ADB-4826-B6AD-D51A62FE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خلاصه exposure یک آدرس به seedهای پرریسک  |  تولید: tron_propagate_exposure  |  مصرف: wallet exposure و snapshot تحلیلی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seed یا مبدأ محاسبه exposure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exposed_address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آدرسی که exposure آن محاسبه شده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hop_distance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فاصله تعداد یال از seed تا آدرس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exposure_score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شدت exposure محاسبه‌شده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path_count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مسیرهای مؤثر در exposure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last_tx_hash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تراکنش شاهد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last_seen_block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بلاک مشاهده آدرس یا exposure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تماس؛ direct، indirect یا service-mediated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best_path_amount_share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سهم مبلغ بهترین مسیر exposure از کل جریان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best_path_time_weight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وزن تازگی زمانی بهترین مسیر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service_mediated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آیا مسیر از service مشترک عبور کرده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propagation_run_id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اجرای exposure propagation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68103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E6520-88EE-4FB0-8D70-648D8AEA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L70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8EF6A-1481-4713-A735-D413102E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address_exposure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04EA5-02E8-4977-BAF0-ED54784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5B33B-92DC-45A8-93DC-39A85426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57591-2D0D-4195-A6C9-A872A3D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A440C-E74F-4378-BC90-CE4D601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2A756-C69A-4C40-A6D8-4FAF9F1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خلاصه exposure یک آدرس به seedهای پرریسک  |  تولید: tron_propagate_exposure  |  مصرف: wallet exposure و snapshot تحلیلی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8096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8096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85924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3F04A-C183-4299-AABB-838A777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L91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09245-C736-4CCE-8E5A-A7F2D0BB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address_relationships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998B4-27D8-423D-AB8A-D348549A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0F054-C35E-4B80-AE5C-7BEAFE4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73F69-2870-4E33-A807-9CCCDE3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8E490-561B-4C52-BA85-219AD55A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8C52A-502A-44AC-B238-3883010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حقیقت پایه fund-flow؛ هر انتقال یک یال  |  تولید: fetcher → relationship_builder → batcher  |  مصرف: graph، path، holdings و exposure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relationship_id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یال انتقال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from_address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مبدأ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مقصد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دارایی منتقل‌شده، بدون اعمال decimals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transfer_type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انتقال؛ native، trc10، trc20 یا internal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3650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CCA3-D532-4DCE-8B9D-3F509B9A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DB305-8273-4069-88EB-DA19636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analysis_subjects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51820-AAEA-4AC9-96E1-A41D2CD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DCA07-1821-456D-85BE-8CE3BCA9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73E2-BC24-4DA9-9DBB-C57A6B1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EA09F-0601-49F0-BB94-03EFE8A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5E2C1-0D87-41B8-8693-D072AFF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فهرست موضوعات تحلیلی و آخرین snapshot قابل دسترس  |  تولید: analytical_node  |  مصرف: endpoint تحلیل و فهرست تحقیقات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subject_type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موضوع؛ wallet، entity یا cluster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subject_id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موضوع تحلیل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نهاد واقعی یا سازمان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latest_snapshot_id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آخرین snapshot موضوع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آخرین تحلیل موضوع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latest_risk_available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آیا آخرین snapshot امتیاز ML دارد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latest_risk_level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سطح ریسک آخرین snapshot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latest_risk_probability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ML آخرین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اطمینان آخرین snapshot موضوع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latest_data_cutoff_block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مرز بلاک آخرین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77331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C301C-DFFD-4097-923B-2862364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CAE6-1589-4834-BC14-BDF1AB4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analysis_subjects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7D86F-182B-4B77-8BF9-65C86262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E8D39-A519-411A-961D-C71318D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29FA4-2185-4409-B6A7-C590F7B3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9464D-3887-4314-8607-A92F0017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BABBD-49ED-419D-99F2-05B0CE8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فهرست موضوعات تحلیلی و آخرین snapshot قابل دسترس  |  تولید: analytical_node  |  مصرف: endpoint تحلیل و فهرست تحقیقات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latest_data_cutoff_unix_ms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مرز زمان آخرین snapshot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latest_input_version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ورودی آخرین تحلیل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تغییر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42309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1123-7F68-4200-85CF-5B5ACAA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5460-23D8-4099-9BFB-02F3B0F6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cluster_versions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B46E7-8A87-498B-B22E-BC320D0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2192-CEBA-498F-92FB-B71CF1E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DE4DD-E229-4417-B544-56ACF3E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0E01D-C295-4561-94CF-E28D9B19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4462A-0D3C-4E60-B958-6CB7B23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تاریخچه نسخه‌های هر خوشه آدرس  |  تولید: clustering review  |  مصرف: audit و بازسازی تصمیمات خوشه‌بندی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خوشه آدرس‌ها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شماره نسخه خوشه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cluster_type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خوشه؛ service، exchange، wallet-family و غیره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display_name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نمایشی نسخه خوشه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change_type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تغییر خوشه؛ ایجاد، merge، split یا update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change_reason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علت تغییر نسخه خوشه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source_claim_ids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claimهای استفاده‌شده در نسخه خوشه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active_member_count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اعضای فعال این نسخه از خوشه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created_by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عامل یا کاربری که رکورد را ایجاد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25518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402D-E46C-4E4C-94F9-AC21C90B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5BBF4-9B6E-42AA-A736-61DFBE4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entity_labels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E260F-1F39-428F-B75B-9C087BD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428BC-08C9-4B70-8AB6-1551F48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49F5C-F566-41EE-B64B-71E6BEA7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BCF6A-0303-4754-A5C2-C418E36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F2F22-D9B8-48AD-81C7-F643C0F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برچسب حرفه‌ای و قابل بازبینی برای آدرس/نهاد  |  تولید: tron_ingest_entity_labels / analyst  |  مصرف: entity resolution، risk seeds و UI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label_id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label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نهاد واقعی یا سازمان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انسانی نهاد؛ مانند نام صرافی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نهاد؛ exchange، mixer، scam، service و غیره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address_role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نقش آدرس در نهاد یا خوشه؛ مانند deposit/hot/owner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risk_percent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مدل به شکل عدد ۰ تا ۱۰۰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داده یا تصمیم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source_record_id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رکورد در سامانه منبع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supersedes_label_id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label قبلی که این رکورد جایگزین می‌کند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93343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2D0FB-CCDA-425C-A9F7-5B6B1A6A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999F1-1F25-456B-B7DC-57122BC9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entity_labels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62979-5E33-4601-BC81-F721ECA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262FC-1ED8-412B-8FFD-0CC9F4E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CE41-1291-414C-858D-C003E73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267D-3878-4CCF-AF16-3C6555CE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D183-1EA5-4A59-B592-0DFF7498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برچسب حرفه‌ای و قابل بازبینی برای آدرس/نهاد  |  تولید: tron_ingest_entity_labels / analyst  |  مصرف: entity resolution، risk seeds و UI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submitted_by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فرد یا سامانه ثبت‌کننده label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case_id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پرونده تحلیلگر مرتبط با label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evidence_refs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ارجاع به tx، path، label یا شاهدهای دیگر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review_status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بررسی label/claim؛ pending/approved/rejected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8171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73DE9-1928-4D0B-A14E-BCDE169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L185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200F-E334-4C38-AFCD-A5BF3EE8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exchange_addresses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F4428-8622-4992-844A-5DAA102F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05183-449C-4776-BCD4-1890BFF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B4EE8-12BC-448F-91C5-4B1897EC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8EA77-C6DA-4B29-A0AB-2468DBEC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0A15-E4FA-4C76-9135-3E6C3CC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دایرکتوری عملیاتی آدرس‌های صرافی  |  تولید: label ingestion / reviewed discoveries  |  مصرف: تشخیص deposit، withdrawal، sweep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نهاد واقعی یا سازمان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exchange_name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صرافی منتسب به آدرس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address_role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نقش آدرس در نهاد یا خوشه؛ مانند deposit/hot/owner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detection_source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یا روش کشف آدرس/الگو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first_seen_block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اولین بلاکی که آدرس exchange دیده شده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last_seen_block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بلاک مشاهده آدرس یا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is_active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فعال بودن رکورد؛ ۱ فعال و ۰ غیرفعال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به وقت ClickHouse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87688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ECA1-F432-49A5-95E4-FB14AEB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B8FD5-7AE6-41CB-97C0-638AED98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exposure_runs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25CE5-379D-4C36-82EF-4F7D0522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2C047-AAFD-4798-B237-EE509715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1FFAF-A910-4BD5-AD23-96497FA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B5523-9AAE-44A9-B9BB-7436112B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82FE8-4A16-4D4C-B500-9F352118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وضعیت اجرای propagation برای هر seed  |  تولید: exposure propagation  |  مصرف: monitoring و reproducibility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seed یا مبدأ محاسبه exposure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propagation_run_id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اجرای exposure propagation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max_hops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حداکثر عمق propagation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row_count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ردیف تولیدشده در یک اجرا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completed_at_unix_ms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پایان عملیات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21828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5A3B6-9527-48B8-B092-7278400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61F5-D333-4375-8F91-0DCF13D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exposure_seeds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C8AB9-5BC8-4953-9C10-A6BD95F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E93EC-7B59-408B-85C6-8DF69179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F0AA0-B20C-41D8-BC59-A41EC4A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3848A-6FE1-4DB0-98AB-1405452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26FBE-2A93-4DB8-8DC3-2585E787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آدرس‌های مبدا شناخته‌شده پرریسک  |  تولید: reviewed labels / analyst  |  مصرف: شروع graph exposure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entity_name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انسانی نهاد؛ مانند نام صرافی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نهاد؛ exchange، mixer، scam، service و غیره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risk_level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شدت ریسک seed به‌صورت عدد ۰ تا ۱۰۰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داده یا تصمیم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source_label_id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label سازنده exposure seed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is_active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فعال بودن رکورد؛ ۱ فعال و ۰ غیرفعال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به وقت ClickHouse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88497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B51F9-E273-4965-92DA-B4D33EA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66B59-C7DF-4C4D-B104-8D9DBBE5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ingested_blocks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34CE3-2C07-4518-BC15-8E7B183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14588-E5B2-448F-B701-7E56F8F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3F985-1722-4F08-A5A0-72B1E5E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4C162-28A6-454A-BE20-AF85B2E6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49A3A-0CB2-4051-B380-A0DDE17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ledger عملیاتی بلاک‌های دریافت‌شده  |  تولید: fetcher  |  مصرف: replay، canonicality و ingestion health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بلاک دریافت‌شده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parent_hash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بلاک والد برای کنترل زنجیره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ثبت بلاک در شبکه برحسب میلی‌ثانیه Unix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تراکنش‌های بلاک یا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finality_status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نهایی بودن بلاک؛ solid/finalized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ingestion_status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ingest بلاک؛ complete یا failed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error_message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متن کامل خطا برای عیب‌یابی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indexed_at_unix_ms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index شدن بلاک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12088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23F4F-56D5-4AC9-9745-9A52D8E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L254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8B014-C118-4DA7-A7D7-B7725ED9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ingestion_benchmarks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C7343-751B-4A7D-964D-4CD13C0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FC2B5-A976-4DB6-9A4B-F4718A1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09401-C220-481F-B87D-2BAA308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6482A-4DD8-4DDC-B049-65FF98C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AF046-38B2-470B-B11C-1747923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نتایج آزمون سرعت و حجم ingest  |  تولید: tron_benchmark_ingestion  |  مصرف: capacity planning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run_id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اجرای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source_kind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منبع ingest؛ RPC، replay یا fixture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start_block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اولین بلاک محدوده اجرا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end_block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بلاک محدوده benchmark یا replay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requested_blocks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بلاک‌های درخواستی در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completed_blocks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بلاک‌های تکمیل‌شده در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تراکنش‌های بلاک یا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elapsed_ms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مدت اجرای benchmark برحسب میلی‌ثانیه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blocks_per_second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نرخ پردازش بلاک در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transactions_per_second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نرخ پردازش تراکنش در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rows_before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ردیف پیش از benchmark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95709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5E7D1-EF53-40A1-AFB1-15F750C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L254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9A7BB-96F3-4043-AA08-1D60DEC4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ingestion_benchmarks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15C65-EDB4-4DBF-BAC9-8E3F302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05F1-18EE-41EB-A0F6-ABC36FBE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C951-F676-4773-93B8-7F82690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0EC41-E793-4AD0-A04E-BE54393E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D5B7B-9F8F-4340-A4CD-15EE1C7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نتایج آزمون سرعت و حجم ingest  |  تولید: tron_benchmark_ingestion  |  مصرف: capacity planning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rows_after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ردیف پس از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compressed_bytes_before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حجم فشرده ClickHouse پیش از آزمون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compressed_bytes_after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حجم فشرده ClickHouse پس از آزمون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investigation_address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استفاده‌شده برای آزمون latency تحقیق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investigation_latency_ms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پاسخ تحقیق در benchmark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error_message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متن کامل خطا برای عیب‌یابی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metrics_json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جزئیات اضافی benchmark یا مدل در 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started_at_unix_ms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شروع اجرا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completed_at_unix_ms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پایان عملیات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7337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E7C4F-EA48-4A51-ACF8-D42DF78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L286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B47C1-C8B1-4E2F-BAE1-5D41B3A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ingestion_failures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9666C-39A2-48AB-A2E3-2D3B559E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0467F-A16B-4209-892C-481CC052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3F5A5-C156-4C99-B29C-36AA6ED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6198D-B3AE-4AC8-8D5C-B2B23EA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CD891-3892-4BBB-AC8C-7A56295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خطاهای block/tx با وضعیت retry و resolution  |  تولید: fetcher error handling  |  مصرف: repair و monitoring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failure_id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رخداد خطای ingest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بلاک دریافت‌شده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مرحله شکست ingest؛ fetch/process/flush/canonicality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error_class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دسته خطا برای سیاست retry و monitoring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error_message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متن کامل خطا برای عیب‌یابی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retryable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آیا خطا قابل retry است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attempt_count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تلاش‌های انجام‌شده برای عملیات یا retry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first_failed_at_unix_ms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اولین شکست ingest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47917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EFC91-9D7C-41AE-9045-0141081F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L286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8AED9-5BA7-4361-934F-B906400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ingestion_failures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EF310-4133-4BCD-8E96-2CE5C46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B3EEB-6091-42C8-8BDA-E125C2AA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A5FB8-9B91-4EE7-9A23-3CE5D4A4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C90F2-DBE4-435C-B354-A7243096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3275C-80B4-4DFA-BD40-337BF797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خطاهای block/tx با وضعیت retry و resolution  |  تولید: fetcher error handling  |  مصرف: repair و monitoring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last_failed_at_unix_ms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شکست ingest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resolved_at_unix_ms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حل شدن خطای ingest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9144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96518-8A1A-406E-B327-A9BAD56F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DBEF9-0A74-4448-A0A7-01807BE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intelligence_reviews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2907-45A9-42AE-BC32-929EF9F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136C8-F7D4-43EF-A23C-15AB2E97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734C6-6EA3-48F2-93B9-45609F4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D2502-247E-4824-8950-4E7DF4C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1F751-6D44-4551-9222-B78B17B9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تصمیم انسانی درباره label یا cluster claim  |  تولید: tron_review_intelligence  |  مصرف: فعال‌سازی یا رد intelligence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review_id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تصمیم بازبینی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subject_type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موضوع؛ wallet، entity یا cluster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subject_id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موضوع تحلیل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تصمیم بازبین؛ approve، reject یا supersede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reviewer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تحلیلگر بازبین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reason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توضیح انسانی تصمیم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evidence_refs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ارجاع به tx، path، label یا شاهدهای دیگر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60484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920B9-657B-4BAD-A1EB-C8FA6CDE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4DB13-1765-4A7D-923B-9B2F5E33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intelligence_sources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F22EB-08DF-4BC2-8E4C-2FD18AB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2D380-FB17-4F9F-92A0-3C3F4680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7B9CE-1ED6-4347-B64F-1EFD108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33895-9CD8-4110-9745-2F6166E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CC7AF-4D25-4944-8140-717A523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رجیستری منبع intelligence و سطح اعتماد  |  تولید: tron_register_intelligence_source  |  مصرف: provenance و governance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منبع intelligence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انسانی منبع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منبع؛ analyst، vendor، public یا internal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trust_tier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سطح اعتماد منبع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reference_url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لینک مرجع منبع intelligence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license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شرایط استفاده از منبع intelligence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is_active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فعال بودن رکورد؛ ۱ فعال و ۰ غیرفعال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created_by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عامل یا کاربری که رکورد را ایجاد کرده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22973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51CA3-113A-46C9-87A4-3CAC6920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A60AD-3BEC-428D-BEAB-CDBF565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semantic_aml_events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074BE-18D4-4753-8896-D7F098E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958C6-D4A8-4397-961F-903078F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3E492-830F-4F38-877C-2212516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252C3-3D88-4CE1-97E6-9873BE5E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21F9E-B715-4402-A881-D2F35F6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رویدادهای معنادار swap/bridge/mint/burn/liquidity  |  تولید: semantic detectors در process_tx  |  مصرف: activity، fingerprint و ML features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event_id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رویداد semantic AML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event_type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رویداد؛ swap، bridge، mint، burn یا liquidity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subject_address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اصلی رویداد semantic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پروتکل شناسایی‌شده؛ DEX، bridge یا service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دارایی ورودی رویداد semantic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asset_out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دارایی خروجی رویداد semantic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detector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detector تولیدکننده رویداد AML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detector_version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detector برای reproducibility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32687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00289-A1F3-4045-88AB-80307EA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FF5A-8686-481C-8A7F-ABA4FCF7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semantic_aml_events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5BE1D-D0D7-4CF2-88E0-F1788895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C93BB-5382-4931-A2A8-EB154F46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F558E-00C1-4AE4-A43C-A8D31F7F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A722B-7A02-471E-BF90-5FD4A67E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76499-3A7D-420B-B0B9-0B635CE9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رویدادهای معنادار swap/bridge/mint/burn/liquidity  |  تولید: semantic detectors در process_tx  |  مصرف: activity، fingerprint و ML features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جزئیات ساختاریافته شاهد detector یا claim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6815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7DEE4-BF33-48DB-9567-38DBF66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L373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56030-E98A-40B0-A34D-4F51F2C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sync_state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B26D3-60C0-46F4-80C4-EE80A675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BFB85-0266-4619-A459-4C84A8A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C6DD2-C68C-499A-8962-556ED479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18D2C-C946-460F-AE01-64ED0235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29366-2970-493E-B44C-AEAACDB0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checkpoint آخرین بلاک موفق  |  تولید: fetch loop  |  مصرف: شروع Auto از بلاک بعدی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last_synced_block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بلاک کاملاً flush و checkpointشده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404813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47020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CE962-4F5F-4C06-BFDE-E63B22A4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L384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C7863-B258-4EC5-9E70-5502E583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token_metadata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806D-6D5A-434D-80CD-B2A0D0C5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CD866-2EF5-43D0-8B67-6BAF813F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C0EB9-6C0C-4907-8BAA-67497B79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DC7A8-882A-4881-9266-44043BD5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1A852-4D0D-4B16-93BF-E61A7D8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نام، نماد و decimals توکن  |  تولید: token metadata worker / manual verified input  |  مصرف: holdings و نمایش UI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name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انسانی توکن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symbol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نماد کوتاه توکن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decimals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رقم اعشار توکن برای تبدیل raw به مقدار انسانی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is_verified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تأیید انسانی/معتبر بودن metadata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به وقت ClickHouse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نسخه رکورد برای ReplacingMergeTree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0441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F5F75-81C4-4450-894E-BB3DDC3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L399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BAF83-FE53-4A74-8452-FF4DD04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token_metadata_discoveries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18BCF-75CA-45E3-9086-19860196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CC6BC-9F48-4042-AFA9-35B39C3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C0A85-C390-47B0-89C8-5309BE2A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5DCBB-3347-4656-B091-031B5DD7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2651B-3144-496D-95F8-064DEC8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صف کشف قراردادهای توکن جدید  |  تولید: process_tx  |  مصرف: token metadata worker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discovered_block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بلاکی که توکن اولین‌بار در ingest دیده شد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discovered_at_unix_ms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کشف توکن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91145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09E01-3072-4802-90F9-8DCFD16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3F62B-C42C-49D3-94A7-8A556232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token_metadata_jobs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772C2-E19B-401B-9D8B-2CA525A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AADE6-DA4F-4473-BBA2-FC0A62E1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46A46-F042-48A5-833D-A8C6AC2C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2B45C-E194-4FE3-BCCC-D289C91E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82F0-D5EF-455C-9FD1-F0E7F42D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وضعیت retry کارهای دریافت metadata  |  تولید: token metadata worker  |  مصرف: monitoring metadata gaps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attempt_count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تلاش‌های انجام‌شده برای عملیات یا retry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last_error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خطای metadata job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updated_at_unix_ms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آخرین تغییر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07773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3A855-86D2-42A0-8CF4-000258ED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09838-A157-4FD3-A1EC-F3433EA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transaction_features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D5C52-C819-4588-A5D5-DD2BA08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AABFC-4E23-49CA-9135-41C376B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12396-017D-4349-8026-1185831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93EDE-5C5F-4815-8054-43E140D3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E5D34-4C4A-4077-90B7-19E48EC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طبقه‌بندی semantic سطح تراکنش  |  تولید: classifier + AML detectors  |  مصرف: canonical relationship view، fingerprint و ML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دسته semantic اصلی تراکنش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transaction_subtype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زیرنوع semantic دقیق‌تر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classification_confidence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اطمینان طبقه‌بندی semantic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classification_source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تصمیم طبقه‌بندی؛ method/registry/flow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پروتکل شناسایی‌شده؛ DEX، bridge یا service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method_id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چهار بایت selector متد قرارداد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is_swap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تشخیص swap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is_bridge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تشخیص bridge در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is_mint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تشخیص mint دارایی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57591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13648-0FA9-4732-8E08-7953F43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94282-36EA-4DD6-9CF6-03CA80F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transaction_features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89C4-4A74-423A-981A-0674694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062F2-FCB5-4F32-92E0-254647A8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C85F6-FB10-425F-B994-3E1129FE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D6013-4DBF-4747-AA91-AF6F5D1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057AF-2C7E-4F19-8640-C7B49143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طبقه‌بندی semantic سطح تراکنش  |  تولید: classifier + AML detectors  |  مصرف: canonical relationship view، fingerprint و ML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is_burn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تشخیص burn دارایی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is_liquidity_add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افزودن نقدینگی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is_liquidity_remove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برداشت نقدینگی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is_contract_call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تعامل قراردادی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4443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96820-F9DA-4C8A-9B7C-F802FE2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5BD81-DE97-4DF4-B81E-85A18A4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364D1-A9C3-4D2F-9820-903061D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1EDAE-C20A-4B28-9112-48AFE72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F450A-B445-4BF4-BBDC-6F468220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07907-B3E4-4135-9CFC-B01BC27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6348D-101B-4982-A932-08E56D9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رکورد اصلی تراکنش و هزینه منابع  |  تولید: process_tx → transaction_batcher  |  مصرف: canonical tx view و graph evidence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initiator_address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آدرسی که تراکنش را امضا و آغاز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target_address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مقصد سطح قرارداد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قراردادی که تراکنش با آن تعامل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قرارداد TRON در raw transaction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کارمزد تراکنش در واحد خام SUN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energy_usage_total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کل Energy مصرف‌شده طبق receipt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net_usage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Bandwidth مصرف‌شده طبق receipt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92938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8730C-84BA-4FA3-8D2B-6E71C8AE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C46EB-C5C2-4081-A343-C54D277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wallet_analysis_evidence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32BE8-361F-4A6D-AD7F-97278B3D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D3C42-4A56-4AF2-8FBD-816F3C4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4EBED-0C9D-4743-8477-DB89E10B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367C1-51E7-4B4A-BD1A-A5D01F77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DD7F1-9331-4371-B971-9899536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شواهد اتمی متصل به snapshot تحقیق  |  تولید: analytical_node  |  مصرف: explainability و analyst workflow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شاهد تحلیلی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feature یا analysis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دسته شاهد در snapshot تحلیل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evidence_key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شاخص یا دلیل شاهد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evidence_value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قابل نمایش شاهد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severity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شدت شاهد برای نمایش و triage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related_tx_hash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تراکنش مرتبط با شاهد تحلیلی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related_address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مرتبط با شاهد تحلیلی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13675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235E4-0305-444E-8C2A-BE2140C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C473-DBDE-4420-A64E-D9905DF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wallet_analysis_snapshots ·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08E60-107D-4FE9-BEC2-8829EC7B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7B619-9BFE-4A7C-B2B6-5A717C86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5CD05-2BE6-4468-8EFE-405A08B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D8F6A-0716-442A-8362-05E49224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820A-9C98-4DDF-8EBE-3F125EF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خروجی نسخه‌دار و قابل بازتولید تحقیق کیف پول  |  تولید: analytical_node  |  مصرف: analysis endpoint و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feature یا analysis snapshot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chain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کد شبکه؛ در این پروژه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entity_id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پایدار نهاد واقعی یا سازمان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analysis_version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منطق تولید snapshot تحلیلی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analysis_status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اجرای تحلیل؛ مانند complete یا partial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آیا snapshot دارای risk prediction است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risk_level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سطح دسته‌بندی احتمال؛ LOW/MEDIUM/HIGH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risk_probability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کالیبره‌شده مدل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risk_percent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مدل به شکل عدد ۰ تا ۱۰۰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wallet_type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رفتاری یا هویتی wallet در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62936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EE08A-55D0-41E7-8058-D1472C6B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2583-749B-4584-8554-7CD1944E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wallet_analysis_snapshots ·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2E09-F654-4256-90B3-86DCA55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1C007-AD4D-46DF-AEE3-9F57207F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A1FD-C990-49E6-8C32-0F87C4D1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1B618-6BF5-4491-AF29-0DFD03F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10687-EF3C-4F7A-ACD2-467FF55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خروجی نسخه‌دار و قابل بازتولید تحقیق کیف پول  |  تولید: analytical_node  |  مصرف: analysis endpoint و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fingerprint_label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برچسب خلاصه رفتار کیف پول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graph_depth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عمق graph استفاده‌شده در تحقیق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graph_node_count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nodeهای graph snapshot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graph_edge_count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یال‌های graph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exchange_interaction_count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تعامل‌های مشاهده‌شده با صرافی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holdings_asset_count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دارایی‌های دارای balance یا gap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holdings_metadata_gap_count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دارایی‌های فاقد metadata کامل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observed_transfers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کل انتقال‌های مشاهده‌شده برای wallet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incoming_transfers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انتقال‌های ورودی در پنجره تحلیل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outgoing_transfers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انتقال‌های خروجی در پنجره تحلیل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exposure_score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شدت exposure محاسبه‌شده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exposure_source_count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seedهای مؤثر بر exposure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2912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2852C-B9E0-4075-A74D-F5889CD0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04A66-A2FA-4053-93DB-01C99CB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wallet_analysis_snapshots ·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F72D7-F0E7-4109-B1AD-CDF4390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5DFCF-9199-4F84-8F2F-B2A7AFC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CE43B-D5AA-4986-BC37-BBD9E18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49C1B-1AEC-439B-B5B6-A791A95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26C4F-D875-4C8F-BA25-148999F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خروجی نسخه‌دار و قابل بازتولید تحقیق کیف پول  |  تولید: analytical_node  |  مصرف: analysis endpoint و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exposure_path_count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مسیرهای exposure ثبت‌شده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exposure_min_hop_distance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کمترین فاصله hop تا seed پرریسک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data_cutoff_block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آخرین بلاکی که تحلیل اجازه داشته ببیند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data_cutoff_unix_ms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مرز زمانی داده‌های تحلیل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analysis_input_version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مجموعه ورودی‌های استفاده‌شده در تحلیل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source_tables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جدول‌های ClickHouse استفاده‌شده در تحلیل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منطقی مدل 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artifact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feature_schema_version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قرارداد نام و ترتیب ویژگی‌های 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خروجی کامل snapshot برای بازپخش و API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warnings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هشدارهای کیفیت یا ناقص بودن تحلیل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evidence_refs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ارجاع به tx، path، label یا شاهدهای دیگر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177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BCD7-40D9-48DC-BD89-B7C07267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L495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02B30-1DB1-40E0-AF3C-ADDA4A0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wallet_analysis_snapshots ·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11BD2-557E-4CC8-8042-93A049B9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863B2-124A-4510-A74A-34F1B58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9F612-5D8F-472D-A2D5-CD61A6B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747DC-997A-4C4D-9E94-1CA16EDB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F563A-E37F-4548-9D85-16184C74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خروجی نسخه‌دار و قابل بازتولید تحقیق کیف پول  |  تولید: analytical_node  |  مصرف: analysis endpoint و audit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8096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809625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created_at_unix_ms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ایجاد رکورد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94200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AE47D-91BE-4B2D-BEAB-0F1DC3B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L540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7C005-7100-44E6-AE41-C3B7AC0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wallet_asset_balance_deltas_v3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4B8F9-5A77-407B-B914-1EC6FC6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69FE-50B2-4BE6-8ACF-E54ED8C6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0C00F-0F77-4CE6-B6C2-BE3D511A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59821-A02F-490A-82D1-AB9A85C1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B7B5D-CE2A-4B2C-8E42-6B3DDB9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ورودی/خروجی دارایی برای محاسبه موجودی  |  تولید: دو materialized view انتقال  |  مصرف: wallet_asset_balances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delta_id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delta؛ relationship_id به‌همراه سمت انتقال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دارایی: native، trc10 یا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دارایی؛ TRX، TRC10 یا آدرس 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amount_raw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ورودی/خروجی دارایی برای balance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جهت delta؛ +1 ورودی و -1 خروجی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94446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0B12-6DBE-4F52-9D62-97E674B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L560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2C0C-5B5E-4380-9B1B-1174FCF7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wallet_ml_feature_snapshots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F17C-085A-42B2-B78F-2EE9371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25A3E-48DF-49BD-93C8-DBAF9E4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588E7-CF28-4ED2-AB7A-E70AFA7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D2D55-BFEF-42B4-8429-CA0193DC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10A30-F8BA-4086-B34C-5C76CB59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بردار ویژگی نسخه‌دار برای train/inference  |  تولید: wallet_ai_risk persistence  |  مصرف: Python/PyTorch dataset و reproducibility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feature یا analysis snapshot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window_days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طول پنجره زمانی featureها برحسب روز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feature_schema_version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قرارداد نام و ترتیب ویژگی‌های ML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feature_names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ترتیب نام ویژگی‌های بردار مدل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features_json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مقادیر کامل بردار ویژگی به‌صورت JSON فشرده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evidence_refs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ارجاع به tx، path، label یا شاهدهای دیگر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generated_at_unix_ms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ساخت feature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98544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EC5DC-21CA-4141-ABE0-0FFE8C00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L580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49028-9053-47E6-A2F7-2173782D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wallet_ml_model_deployments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70980-4C67-4B64-AC7E-C224589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46B57-9DFE-4823-A577-C075FB7E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00F3-D560-4A7E-AECF-351EA9D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082C2-1EA2-43B3-8082-9EBC081E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2DA34-CE32-43F1-AF4A-36039D0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مدل فعال هر محیط و schema ویژگی  |  تولید: model deployment process  |  مصرف: انتخاب مدل در inference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محیط استقرار مدل؛ مانند dev یا production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feature_schema_version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قرارداد نام و ترتیب ویژگی‌های ML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منطقی مدل 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artifact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deployed_at_unix_ms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فعال‌سازی مدل در محیط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7012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CE388-F079-4CE0-80C1-827A31F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L595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C145-19F0-4E29-AC8A-A3101579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wallet_ml_model_registry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D1A1D-88E2-4F37-80F7-A3EA7129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46B6E-D4A9-4814-9E71-94754970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E0ABC-F147-4F7B-9978-50E2C4E3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DA732-7257-47DB-A6E9-2200C6E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B4961-A945-498E-8BFC-7246D74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رجیستری artifact، checksum و metricهای مدل  |  تولید: training/export pipeline  |  مصرف: Rust inference model loading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منطقی مدل 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artifact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model_family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خانواده مدل؛ logistic یا pytorch_mlp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feature_schema_version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قرارداد نام و ترتیب ویژگی‌های ML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calibration_version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روش calibration احتمال مدل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artifact_json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پارامترها و ساختار مدل exportشده به 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artifact_sha256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artifact برای کنترل یکپارچگی مدل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metrics_json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جزئیات اضافی benchmark یا مدل در 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model_quality_score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امتیاز کیفیت validation مدل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trained_at_unix_ms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پایان آموزش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92456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5758B-E202-454F-86EC-E5A6D73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L614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D3F43-D2C5-4233-AEF4-0B2EF4A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wallet_ml_predictions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D414B-63C3-48E1-B54D-297B244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B4E76-EE6E-45E3-A1D1-791C63E1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3A2C8-D5F1-4BB5-9B6E-68E35B3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8220F-BC21-42D0-B5C6-B97C5F2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020D8-F210-4AAA-ADAD-70B8B26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پیش‌بینی ثبت‌شده و دلایل مدل  |  تولید: wallet AI inference  |  مصرف: تحلیل تاریخی و audit مدل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prediction_id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prediction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feature یا analysis snapshot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منطقی مدل 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artifact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model_family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خانواده مدل؛ logistic یا pytorch_mlp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calibration_version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نسخه روش calibration احتمال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window_days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UInt16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طول پنجره زمانی featureها برحسب روز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risk_probability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کالیبره‌شده مدل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risk_percent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احتمال مدل به شکل عدد ۰ تا ۱۰۰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risk_level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سطح دسته‌بندی احتمال؛ LOW/MEDIUM/HIGH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276068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8C57A-2B9D-4A89-A3CC-754ED27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TABLE · SQL L614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06AAA-F633-4983-A9C5-E456488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wallet_ml_predictions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79DF-862D-4F47-A87F-48F3A363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3DF7A-E809-44D1-9A34-033F3FA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9F072-5E8D-497B-9D88-5D61DF69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فرهنگ داده ClickHouse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E484-6F8A-4F08-BD1A-BB948FA4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A38FE-E69C-41B9-B020-5A88A2EA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کاربرد: پیش‌بینی ثبت‌شده و دلایل مدل  |  تولید: wallet AI inference  |  مصرف: تحلیل تاریخی و audit مدل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feature_importance_json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سهم ویژگی‌ها در خروجی مدل به‌صورت 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model_patterns_json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الگوهای قابل توضیح استخراج‌شده از مدل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evidence_refs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Array(String)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ارجاع به tx، path، label یا شاهدهای دیگر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predicted_at_unix_ms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اجرای inference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1659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C135-04E1-4945-84FE-7489D459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209C0-AB41-4581-B752-43BE6FE0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41D60-7A5D-4BAC-8D0B-669DBEC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داده جدید ذخیره می‌کنند یا همان داده را برای query غنی می‌سازند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9CF3B-769B-4E7A-B63C-AB62D67C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C0D18-7032-4D70-AA97-7318F0A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86C2E-48D3-402F-9320-6D12C5C7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9615F-97FE-481A-BDB7-96BB146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62901788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C0E28-EE92-4148-9CE9-56466D9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MATERIALIZED VIEW · SQL L642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AA0D7-C2CF-4530-9B78-C43564D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mv_wallet_asset_delta_transfer_from_v3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813F0-7AA8-4238-93D9-8DEBAE8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6FEA5-E829-4702-A29F-1937942D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170A1-7C12-4D31-B574-D005C1E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46A61-23A9-4BC1-985E-9D6C041F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34A48-395D-430C-8F9D-3902CA9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برای هر یال، یک delta خروجی با direction=-1 می‌سازد.  |  مصرف/trigger: خودکار هنگام INSERT در address_relationships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delta_id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delta؛ relationship_id به‌همراه سمت انتقال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دارایی: native، trc10 یا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دارایی؛ TRX، TRC10 یا آدرس 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amount_raw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ورودی/خروجی دارایی برای balance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جهت delta؛ +1 ورودی و -1 خروجی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928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ACEB4-FBC1-4A8D-8CC5-AE4EE66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MATERIALIZED VIEW · SQL L670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A12B-6109-4508-9E13-BB9D160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mv_wallet_asset_delta_transfer_to_v3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AE1D6-FCB5-42D3-8E63-D44F9384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12B2-E674-43E9-88E5-1A62FE7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CD0CC-71F9-4DFE-9152-C741243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3DBAB-536A-4225-94CA-BAAFE1F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D74CF-0729-4F52-972E-FA131C4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برای هر یال، یک delta ورودی با direction=+1 می‌سازد.  |  مصرف/trigger: خودکار هنگام INSERT در address_relationships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delta_id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delta؛ relationship_id به‌همراه سمت انتقال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دارایی: native، trc10 یا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دارایی؛ TRX، TRC10 یا آدرس 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amount_raw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ورودی/خروجی دارایی برای balance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جهت delta؛ +1 ورودی و -1 خروجی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9379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717F7-6E9F-4F9D-A362-675266D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VIEW · SQL L698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6C2C-3550-43E1-A916-E0AAB82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address_relationships_canonical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6DA5-7939-4684-900C-84BB855A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5B4B3-7FD0-42F0-932A-3DEE515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03018-1334-4256-9D15-79017199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8512B-61E2-4B61-96F2-85D251C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0F208-F243-4645-8F2F-6CE896D8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یال fund-flow را با featureهای semantic غنی و رکوردهای نامعتبر را حذف می‌کند.  |  مصرف/trigger: graph، path، fingerprint و exposure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relationship_id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یال انتقال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from_address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مبدأ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مقصد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دارایی منتقل‌شده، بدون اعمال decimals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transfer_type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انتقال؛ native، trc10، trc20 یا internal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operation_type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معنای عملیاتی یال؛ transfer/swap/bridge و غیره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پروتکل شناسایی‌شده؛ DEX، bridge یا service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دسته semantic اصلی تراکنش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93032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E87E0-6D16-4C5A-B8B3-0E7FE3D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VIEW · SQL L698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AA834-1756-48C1-B435-6FEE94A4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address_relationships_canonical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EC8DF-6DE6-470F-A642-43EB8D2D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4FBA9-FE55-4F8D-A0A1-799FA228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4F60-ACB6-43F8-B2E8-69546C86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355AC-1A76-4485-AC06-6CFBFF28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22D74-A427-4757-A54C-B09D10A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یال fund-flow را با featureهای semantic غنی و رکوردهای نامعتبر را حذف می‌کند.  |  مصرف/trigger: graph، path، fingerprint و exposure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transaction_subtype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زیرنوع semantic دقیق‌تر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classification_confidence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اطمینان طبقه‌بندی semantic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classification_source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منبع تصمیم طبقه‌بندی؛ method/registry/flow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method_id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چهار بایت selector متد قرارداد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is_contract_call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پرچم تعامل قراردادی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8713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D81C0-9410-446C-8E52-9A9363CB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VIEW · SQL L765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F2F4C-E9AA-41A7-B236-8ACAFA1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exchange_flows_canonical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AE499-AE0E-4F7E-BB85-729299B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23B95-2B4D-4B7B-A124-837E54D4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AE347-30EC-46E8-81D1-5E1697FA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37FE3-C1DA-47E2-A006-DFC5853D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12049-C3C1-45D7-ABE5-3348F80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با join روی exchange_addresses نوع deposit/withdrawal/sweep را استنتاج می‌کند.  |  مصرف/trigger: graph evidence و exchange interaction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flow_id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یکتای جریان منتسب به صرافی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from_address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مبدأ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مقصد واقعی یال انتقال دارایی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exchange_name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صرافی منتسب به آدرس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flow_type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جریان صرافی؛ deposit/withdrawal/sweep/transfer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token_address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 یال؛ TRX/TRC10/قرارداد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مقدار خام دارایی منتقل‌شده، بدون اعمال decimals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confidence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Float32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درجه اطمینان داده یا تصمیم بین صفر و یک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73213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169BF-B4B4-43CF-9ED2-37C4979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VIEW · SQL L817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231EA-F01C-41F4-A698-43D3C381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transactions_canonical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8486C-00AD-4988-BFA1-B235F2D9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B3A26-D29C-4F93-81E6-B5DEC21A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B2937-1AAC-4180-9856-4376704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B29C1-C55A-4DB7-A251-DADFF6D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2FB6A-E8A7-4C4B-8671-B1E9214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نسخه deduplicated جدول transactions با FINAL است.  |  مصرف/trigger: graph query و evidence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tx_hash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هش یکتای تراکنش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block_number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ارتفاع بلاک TRON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timestamp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تراکنش برحسب Unix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initiator_address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آدرسی که تراکنش را امضا و آغاز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target_address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مقصد سطح قرارداد تراکنش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contract_address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قراردادی که تراکنش با آن تعامل کرده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contract_type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قرارداد TRON در raw transaction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fee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کارمزد تراکنش در واحد خام SUN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energy_usage_total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کل Energy مصرف‌شده طبق receipt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net_usage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Bandwidth مصرف‌شده طبق receipt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وضعیت رکورد در فرایند مربوطه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inserted_at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DateTime64(3)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زمان فنی INSERT برای dedup و audit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15319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95B0E-8445-4A18-9EBF-596BEA9E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VIEW · SQL L848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95AEF-60B0-4740-A1A1-C6F489A0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wallet_asset_balances · 1/1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C8635-2B25-4357-9A9E-F0DA8500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BBD82-E66C-4B7D-8D8B-21BEEB61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5098A-8824-4824-8652-D9E3D18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Viewها و Materialized Viewها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C4CD5-6928-40E0-9F7F-E23E1D6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81A86-DD9A-4E82-9EE8-B79A7520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منطق: deltaهای ورودی/خروجی را جمع می‌زند و metadata توکن را join می‌کند.  |  مصرف/trigger: holdings API/UI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381250"/>
                <a:gridCol w="5591175"/>
              </a:tblGrid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ستون خروجی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معنا / کاربرد</a:t>
                      </a:r>
                    </a:p>
                  </a:txBody>
                  <a:tcPr marL="91440" marR="91440" marT="45720" marB="45720" anchor="ctr"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address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آدرس کیف پول یا قرارداد در شبکه TRON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asset_type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LowCardinality(String)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نوع دارایی: native، trc10 یا trc20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شناسه دارایی؛ TRX، TRC10 یا آدرس قرارداد TRC20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asset_symbol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نماد قابل نمایش دارایی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asset_name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نام قابل نمایش دارایی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decimals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تعداد رقم اعشار توکن برای تبدیل raw به مقدار انسانی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metadata_verified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آیا metadata دارایی تأیید شده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balance_raw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UInt256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موجودی خام محاسبه‌شده از deltaها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balance_incomplete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UInt8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خروجی بیشتر از ورودی؛ یعنی تاریخچه از ابتدا کامل نیست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l"/>
                      <a:r>
                        <a:rPr sz="1238" b="0">
                          <a:solidFill>
                            <a:srgbClr val="111827"/>
                          </a:solidFill>
                          <a:latin typeface="Consolas"/>
                          <a:ea typeface="Consolas"/>
                          <a:cs typeface="Consolas"/>
                        </a:rPr>
                        <a:t>balance_decimal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Float64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lIns="76200" tIns="38100" rIns="76200" bIns="38100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موجودی انسانی پس از اعمال decimals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31550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A9EF-740C-4940-A61B-900825A9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4A462-BD45-42D1-BBC9-C1C069BD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جمع‌بندی مسیر دقیق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CBED3-4AA1-4F3B-8600-6DA6C9C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8153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پاسخ کوتاه و قابل ارائه به دو سؤال: wallet چطور پیدا می‌شود و Neo4j کجا نوشته می‌شود؟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40A3A-CF2B-4EFE-9818-D5E872A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TRON 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EFCA3-A1E9-48EF-B081-341522E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7B8B0-DD7F-4682-9FE8-03E8CB63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جمع‌بندی مسیر دقیق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B4803-E12D-45FA-836A-8144D55D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62434000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EC735-5AB4-47A0-BF94-8C51E4F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READ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C4942-4805-4FC3-9F89-ABC47F1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پاسخ نهایی: Wallet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BE726-6E9D-4AD2-A011-E1DF36D7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03713-7E0B-443B-9013-683D781F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3DFAB-BF6F-4254-A22C-92E29BD6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جمع‌بندی مسیر دقیق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11F2-D345-4826-B837-E6503706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9AE13-5859-4E3A-AFCA-2F9F700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UI در web/index.html:1189 endpoint /api/tron/wallet/{address}/investigation را فراخوانی می‌کند.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Router در router.rs:78-80 درخواست را به tron_wallet_investigation می‌دهد.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Handler در tron_wallet_investigation.rs:27-40 آدرس را normalize، client را می‌سازد و service را صدا می‌زند.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Service در wallet_investigation.rs:78-97 خروجی‌های graph/holdings/fingerprint/activity/intelligence/exposure را موازی می‌سازد.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Graph query در flow_graph.rs:563-643 از address_relationships_canonical می‌خواند و tx/exchange evidence را join می‌کند.</a:t>
            </a:r>
          </a:p>
          <a:p xmlns:a="http://schemas.openxmlformats.org/drawingml/2006/main">
            <a:pPr marL="24" indent="-14" algn="r">
              <a:lnSpc>
                <a:spcPct val="125000"/>
              </a:lnSpc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BFS در flow_graph.rs:505-551 همسایه‌ها را تا عمق انتخابی گسترش می‌دهد و JSON به UI برمی‌گردد.</a:t>
            </a:r>
          </a:p>
        </p:txBody>
      </p:sp>
    </p:spTree>
    <p:extLst>
      <p:ext uri="{BB962C8B-B14F-4D97-AF65-F5344CB8AC3E}">
        <p14:creationId xmlns:p14="http://schemas.microsoft.com/office/powerpoint/2010/main" val="185613030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3BC36-47F8-4AD0-A5F3-A5D7EF73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WRITE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F5C59-55F9-4A90-ADB3-97747F28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"/>
            <a:ext cx="9201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پاسخ نهایی: Neo4j 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EC2A9-710C-42D3-AA31-E9E83E0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8802C-EA38-45FA-AFDB-D81335E9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7FEDF-DA7B-4467-9EEE-9A7D7611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جمع‌بندی مسیر دقیق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16722-6D4D-494A-AB10-6917AF3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9E3A9-059C-493B-97AF-CCDC4B68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دکمه projection در web/index.html:1294 endpoint POST /neo4j/import را انتخاب می‌کند.</a:t>
            </a:r>
          </a:p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handler در tron_graph.rs:40-57 Neo4j client را می‌سازد و builder را با Some(&amp;neo4j) صدا می‌زند.</a:t>
            </a:r>
          </a:p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flow_graph.rs:182-196 nodeهای wallet را UPSERT می‌کند.</a:t>
            </a:r>
          </a:p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flow_graph.rs:202-205 برای هر edge تابع merge_transfer_edge را اجرا می‌کند.</a:t>
            </a:r>
          </a:p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edges.rs:26-30 دو Wallet node و رابطه typed را با MERGE تعریف می‌کند.</a:t>
            </a:r>
          </a:p>
          <a:p xmlns:a="http://schemas.openxmlformats.org/drawingml/2006/main">
            <a:pPr marL="24" indent="-14" algn="r">
              <a:lnSpc>
                <a:spcPct val="128000"/>
              </a:lnSpc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خط واقعی اجرای write در edges.rs:102-105 است: neo4j.graph.run(q).await.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3EBCB-3441-4C47-A0D6-91B72E9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ClickHouse = حقیقت پایدار  |  Neo4j = projection انتخابی و قابل بازسازی</a:t>
            </a:r>
          </a:p>
        </p:txBody>
      </p:sp>
    </p:spTree>
    <p:extLst>
      <p:ext uri="{BB962C8B-B14F-4D97-AF65-F5344CB8AC3E}">
        <p14:creationId xmlns:p14="http://schemas.microsoft.com/office/powerpoint/2010/main" val="60839343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47CC3-44A0-4974-A6AC-BC2B119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04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یک جمله برای پایان ارائه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88419-7172-4AA1-8304-8C6DCCE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14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ما داده خام TRON را به یک زنجیره قابل ممیزی از تراکنش، جریان دارایی، رفتار، هویت و مسیر گراف تبدیل کرده‌ایم.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494DE-E38A-44ED-8DE6-C2DEC62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21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ClickHouse شواهد را نگه می‌دارد؛ Rust آن‌ها را تفسیر می‌کند؛ UI و Neo4j آن‌ها را قابل تحقیق می‌کنند.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FAEB4-1693-4B97-9B1D-1DF31DE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96DE4-CA74-4B4A-8E41-582E35EA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جمع‌بندی مسیر دقیق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2D6EF-B9D5-4473-BE10-8349E52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560562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2026-08-17T07:25:04.6550000Z</dcterms:created>
  <dcterms:modified xsi:type="dcterms:W3CDTF">2026-08-17T07:25:04.6560000Z</dcterms:modified>
</coreProperties>
</file>